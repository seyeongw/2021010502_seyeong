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63" r:id="rId5"/>
    <p:sldId id="264" r:id="rId6"/>
    <p:sldId id="265" r:id="rId7"/>
    <p:sldId id="266" r:id="rId8"/>
    <p:sldId id="267" r:id="rId9"/>
    <p:sldId id="268" r:id="rId10"/>
    <p:sldId id="269"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4D789-788B-4BE7-843E-470BD3F6A62B}" v="11" dt="2025-11-05T18:07:32.5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D:\CFD\SU2_work\Project\12week\graph_generate_0.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CFD\SU2_work\Project\12week\sorted_cp_by_surface_0.44.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D:\CFD\SU2_work\Project\12week\sorted_cp_by_surface_0.65.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CFD\SU2_work\Project\12week\sorted_cp_by_surface_0.8.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CFD\SU2_work\Project\12week\sorted_cp_by_surface_0.9.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CFD\SU2_work\Project\12week\sorted_cp_by_surface_0.96.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CFD\SU2_work\Project\12week\sorted_cp_by_surface_0.9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t>Sec.20%</a:t>
            </a:r>
            <a:endParaRPr lang="ko-KR" altLang="en-US"/>
          </a:p>
        </c:rich>
      </c:tx>
      <c:overlay val="0"/>
      <c:spPr>
        <a:noFill/>
        <a:ln>
          <a:noFill/>
        </a:ln>
        <a:effectLst/>
      </c:spPr>
    </c:title>
    <c:autoTitleDeleted val="0"/>
    <c:plotArea>
      <c:layout>
        <c:manualLayout>
          <c:layoutTarget val="inner"/>
          <c:xMode val="edge"/>
          <c:yMode val="edge"/>
          <c:x val="8.0539370078740152E-2"/>
          <c:y val="0.14393518518518519"/>
          <c:w val="0.88080664916885387"/>
          <c:h val="0.80513888888888885"/>
        </c:manualLayout>
      </c:layout>
      <c:scatterChart>
        <c:scatterStyle val="lineMarker"/>
        <c:varyColors val="0"/>
        <c:ser>
          <c:idx val="1"/>
          <c:order val="0"/>
          <c:tx>
            <c:v>SU2</c:v>
          </c:tx>
          <c:spPr>
            <a:ln w="25400">
              <a:solidFill>
                <a:schemeClr val="tx1"/>
              </a:solidFill>
            </a:ln>
          </c:spPr>
          <c:marker>
            <c:symbol val="none"/>
          </c:marker>
          <c:xVal>
            <c:numRef>
              <c:f>Sheet1!$A$2:$A$89</c:f>
              <c:numCache>
                <c:formatCode>General</c:formatCode>
                <c:ptCount val="88"/>
                <c:pt idx="0">
                  <c:v>0</c:v>
                </c:pt>
                <c:pt idx="1">
                  <c:v>8.1624102630360924E-4</c:v>
                </c:pt>
                <c:pt idx="2">
                  <c:v>3.228711814358166E-3</c:v>
                </c:pt>
                <c:pt idx="3">
                  <c:v>7.2651347042302292E-3</c:v>
                </c:pt>
                <c:pt idx="4">
                  <c:v>1.308594803503803E-2</c:v>
                </c:pt>
                <c:pt idx="5">
                  <c:v>2.0875172951024281E-2</c:v>
                </c:pt>
                <c:pt idx="6">
                  <c:v>3.0681104026513101E-2</c:v>
                </c:pt>
                <c:pt idx="7">
                  <c:v>4.2441021035109543E-2</c:v>
                </c:pt>
                <c:pt idx="8">
                  <c:v>5.6116790079165479E-2</c:v>
                </c:pt>
                <c:pt idx="9">
                  <c:v>7.174290728319814E-2</c:v>
                </c:pt>
                <c:pt idx="10">
                  <c:v>8.9366914578814863E-2</c:v>
                </c:pt>
                <c:pt idx="11">
                  <c:v>0.10900022704721959</c:v>
                </c:pt>
                <c:pt idx="12">
                  <c:v>0.13061863468102369</c:v>
                </c:pt>
                <c:pt idx="13">
                  <c:v>0.1541688252877918</c:v>
                </c:pt>
                <c:pt idx="14">
                  <c:v>0.1795667537641544</c:v>
                </c:pt>
                <c:pt idx="15">
                  <c:v>0.20670454132071239</c:v>
                </c:pt>
                <c:pt idx="16">
                  <c:v>0.23545423869561999</c:v>
                </c:pt>
                <c:pt idx="17">
                  <c:v>0.26566657175005742</c:v>
                </c:pt>
                <c:pt idx="18">
                  <c:v>0.29717470468181412</c:v>
                </c:pt>
                <c:pt idx="19">
                  <c:v>0.32980176645245618</c:v>
                </c:pt>
                <c:pt idx="20">
                  <c:v>0.36335332436015971</c:v>
                </c:pt>
                <c:pt idx="21">
                  <c:v>0.39762741927593259</c:v>
                </c:pt>
                <c:pt idx="22">
                  <c:v>0.43241582004814411</c:v>
                </c:pt>
                <c:pt idx="23">
                  <c:v>0.46750151469346751</c:v>
                </c:pt>
                <c:pt idx="24">
                  <c:v>0.50267125444215999</c:v>
                </c:pt>
                <c:pt idx="25">
                  <c:v>0.53771179052447915</c:v>
                </c:pt>
                <c:pt idx="26">
                  <c:v>0.57241489178879346</c:v>
                </c:pt>
                <c:pt idx="27">
                  <c:v>0.60658487112875092</c:v>
                </c:pt>
                <c:pt idx="28">
                  <c:v>0.6400323134606386</c:v>
                </c:pt>
                <c:pt idx="29">
                  <c:v>0.6725841109596068</c:v>
                </c:pt>
                <c:pt idx="30">
                  <c:v>0.70407969984608454</c:v>
                </c:pt>
                <c:pt idx="31">
                  <c:v>0.73437607800389104</c:v>
                </c:pt>
                <c:pt idx="32">
                  <c:v>0.76334905938476472</c:v>
                </c:pt>
                <c:pt idx="33">
                  <c:v>0.79089201960383393</c:v>
                </c:pt>
                <c:pt idx="34">
                  <c:v>0.81692718558036892</c:v>
                </c:pt>
                <c:pt idx="35">
                  <c:v>0.84140187232419827</c:v>
                </c:pt>
                <c:pt idx="36">
                  <c:v>0.86429600936287543</c:v>
                </c:pt>
                <c:pt idx="37">
                  <c:v>0.88561837752809547</c:v>
                </c:pt>
                <c:pt idx="38">
                  <c:v>0.90541789859644672</c:v>
                </c:pt>
                <c:pt idx="39">
                  <c:v>0.92378112648035404</c:v>
                </c:pt>
                <c:pt idx="40">
                  <c:v>0.94083350163260737</c:v>
                </c:pt>
                <c:pt idx="41">
                  <c:v>0.9567443686644731</c:v>
                </c:pt>
                <c:pt idx="42">
                  <c:v>0.97172823075022163</c:v>
                </c:pt>
                <c:pt idx="43">
                  <c:v>0.98604349522260026</c:v>
                </c:pt>
                <c:pt idx="44">
                  <c:v>1</c:v>
                </c:pt>
                <c:pt idx="45">
                  <c:v>0.98604349522260026</c:v>
                </c:pt>
                <c:pt idx="46">
                  <c:v>0.97172823075022163</c:v>
                </c:pt>
                <c:pt idx="47">
                  <c:v>0.9567443686644731</c:v>
                </c:pt>
                <c:pt idx="48">
                  <c:v>0.94083350163260737</c:v>
                </c:pt>
                <c:pt idx="49">
                  <c:v>0.92378112648035404</c:v>
                </c:pt>
                <c:pt idx="50">
                  <c:v>0.90541789859644672</c:v>
                </c:pt>
                <c:pt idx="51">
                  <c:v>0.88561837752809547</c:v>
                </c:pt>
                <c:pt idx="52">
                  <c:v>0.86429600936287543</c:v>
                </c:pt>
                <c:pt idx="53">
                  <c:v>0.84140187232419827</c:v>
                </c:pt>
                <c:pt idx="54">
                  <c:v>0.81692718558036892</c:v>
                </c:pt>
                <c:pt idx="55">
                  <c:v>0.79089201960383393</c:v>
                </c:pt>
                <c:pt idx="56">
                  <c:v>0.76334905938476472</c:v>
                </c:pt>
                <c:pt idx="57">
                  <c:v>0.73437607800389104</c:v>
                </c:pt>
                <c:pt idx="58">
                  <c:v>0.70407969984608454</c:v>
                </c:pt>
                <c:pt idx="59">
                  <c:v>0.6725841109596068</c:v>
                </c:pt>
                <c:pt idx="60">
                  <c:v>0.6400323134606386</c:v>
                </c:pt>
                <c:pt idx="61">
                  <c:v>0.60658487112875092</c:v>
                </c:pt>
                <c:pt idx="62">
                  <c:v>0.57241489178879346</c:v>
                </c:pt>
                <c:pt idx="63">
                  <c:v>0.53771179052447915</c:v>
                </c:pt>
                <c:pt idx="64">
                  <c:v>0.50267125444215999</c:v>
                </c:pt>
                <c:pt idx="65">
                  <c:v>0.46750151469346751</c:v>
                </c:pt>
                <c:pt idx="66">
                  <c:v>0.43241582004814411</c:v>
                </c:pt>
                <c:pt idx="67">
                  <c:v>0.39762741927593259</c:v>
                </c:pt>
                <c:pt idx="68">
                  <c:v>0.36335332436015971</c:v>
                </c:pt>
                <c:pt idx="69">
                  <c:v>0.32980176645245618</c:v>
                </c:pt>
                <c:pt idx="70">
                  <c:v>0.29717470468181412</c:v>
                </c:pt>
                <c:pt idx="71">
                  <c:v>0.26566657175005742</c:v>
                </c:pt>
                <c:pt idx="72">
                  <c:v>0.23545423869561999</c:v>
                </c:pt>
                <c:pt idx="73">
                  <c:v>0.20670454132071239</c:v>
                </c:pt>
                <c:pt idx="74">
                  <c:v>0.1795667537641544</c:v>
                </c:pt>
                <c:pt idx="75">
                  <c:v>0.1541688252877918</c:v>
                </c:pt>
                <c:pt idx="76">
                  <c:v>0.13061863468102369</c:v>
                </c:pt>
                <c:pt idx="77">
                  <c:v>0.10900022704721959</c:v>
                </c:pt>
                <c:pt idx="78">
                  <c:v>8.9366914578814863E-2</c:v>
                </c:pt>
                <c:pt idx="79">
                  <c:v>7.174290728319814E-2</c:v>
                </c:pt>
                <c:pt idx="80">
                  <c:v>5.6116790079165479E-2</c:v>
                </c:pt>
                <c:pt idx="81">
                  <c:v>4.2441021035109543E-2</c:v>
                </c:pt>
                <c:pt idx="82">
                  <c:v>3.0681104026513101E-2</c:v>
                </c:pt>
                <c:pt idx="83">
                  <c:v>2.0875172951024281E-2</c:v>
                </c:pt>
                <c:pt idx="84">
                  <c:v>1.308594803503803E-2</c:v>
                </c:pt>
                <c:pt idx="85">
                  <c:v>7.2651347042302292E-3</c:v>
                </c:pt>
                <c:pt idx="86">
                  <c:v>3.228711814358166E-3</c:v>
                </c:pt>
                <c:pt idx="87">
                  <c:v>8.1624102630360924E-4</c:v>
                </c:pt>
              </c:numCache>
            </c:numRef>
          </c:xVal>
          <c:yVal>
            <c:numRef>
              <c:f>Sheet1!$B$2:$B$89</c:f>
              <c:numCache>
                <c:formatCode>General</c:formatCode>
                <c:ptCount val="88"/>
                <c:pt idx="0">
                  <c:v>1.0050399999999999</c:v>
                </c:pt>
                <c:pt idx="1">
                  <c:v>0.69731399999999999</c:v>
                </c:pt>
                <c:pt idx="2">
                  <c:v>0.30026599999999998</c:v>
                </c:pt>
                <c:pt idx="3">
                  <c:v>-9.3723299999999996E-2</c:v>
                </c:pt>
                <c:pt idx="4">
                  <c:v>-0.446328</c:v>
                </c:pt>
                <c:pt idx="5">
                  <c:v>-0.70542099999999996</c:v>
                </c:pt>
                <c:pt idx="6">
                  <c:v>-0.82527399999999995</c:v>
                </c:pt>
                <c:pt idx="7">
                  <c:v>-0.80763499999999999</c:v>
                </c:pt>
                <c:pt idx="8">
                  <c:v>-0.710395</c:v>
                </c:pt>
                <c:pt idx="9">
                  <c:v>-0.61697100000000005</c:v>
                </c:pt>
                <c:pt idx="10">
                  <c:v>-0.565917</c:v>
                </c:pt>
                <c:pt idx="11">
                  <c:v>-0.54643200000000003</c:v>
                </c:pt>
                <c:pt idx="12">
                  <c:v>-0.54122300000000001</c:v>
                </c:pt>
                <c:pt idx="13">
                  <c:v>-0.54225199999999996</c:v>
                </c:pt>
                <c:pt idx="14">
                  <c:v>-0.54484699999999997</c:v>
                </c:pt>
                <c:pt idx="15">
                  <c:v>-0.54688800000000004</c:v>
                </c:pt>
                <c:pt idx="16">
                  <c:v>-0.55016900000000002</c:v>
                </c:pt>
                <c:pt idx="17">
                  <c:v>-0.557639</c:v>
                </c:pt>
                <c:pt idx="18">
                  <c:v>-0.57060500000000003</c:v>
                </c:pt>
                <c:pt idx="19">
                  <c:v>-0.58893600000000002</c:v>
                </c:pt>
                <c:pt idx="20">
                  <c:v>-0.61204899999999995</c:v>
                </c:pt>
                <c:pt idx="21">
                  <c:v>-0.63878800000000002</c:v>
                </c:pt>
                <c:pt idx="22">
                  <c:v>-0.66747900000000004</c:v>
                </c:pt>
                <c:pt idx="23">
                  <c:v>-0.69496599999999997</c:v>
                </c:pt>
                <c:pt idx="24">
                  <c:v>-0.71950199999999997</c:v>
                </c:pt>
                <c:pt idx="25">
                  <c:v>-0.74219199999999996</c:v>
                </c:pt>
                <c:pt idx="26">
                  <c:v>-0.76049900000000004</c:v>
                </c:pt>
                <c:pt idx="27">
                  <c:v>-0.76814199999999999</c:v>
                </c:pt>
                <c:pt idx="28">
                  <c:v>-0.748892</c:v>
                </c:pt>
                <c:pt idx="29">
                  <c:v>-0.68022499999999997</c:v>
                </c:pt>
                <c:pt idx="30">
                  <c:v>-0.54592399999999996</c:v>
                </c:pt>
                <c:pt idx="31">
                  <c:v>-0.38428200000000001</c:v>
                </c:pt>
                <c:pt idx="32">
                  <c:v>-0.26484200000000002</c:v>
                </c:pt>
                <c:pt idx="33">
                  <c:v>-0.195544</c:v>
                </c:pt>
                <c:pt idx="34">
                  <c:v>-0.14630199999999999</c:v>
                </c:pt>
                <c:pt idx="35">
                  <c:v>-0.104987</c:v>
                </c:pt>
                <c:pt idx="36">
                  <c:v>-6.8382600000000002E-2</c:v>
                </c:pt>
                <c:pt idx="37">
                  <c:v>-3.6482000000000001E-2</c:v>
                </c:pt>
                <c:pt idx="38">
                  <c:v>-8.4532400000000008E-3</c:v>
                </c:pt>
                <c:pt idx="39">
                  <c:v>1.5737899999999999E-2</c:v>
                </c:pt>
                <c:pt idx="40">
                  <c:v>3.7708100000000001E-2</c:v>
                </c:pt>
                <c:pt idx="41">
                  <c:v>5.5825E-2</c:v>
                </c:pt>
                <c:pt idx="42">
                  <c:v>7.3758000000000004E-2</c:v>
                </c:pt>
                <c:pt idx="43">
                  <c:v>8.6967799999999998E-2</c:v>
                </c:pt>
                <c:pt idx="44">
                  <c:v>0.12675700000000001</c:v>
                </c:pt>
                <c:pt idx="45">
                  <c:v>0.109532</c:v>
                </c:pt>
                <c:pt idx="46">
                  <c:v>8.9301199999999997E-2</c:v>
                </c:pt>
                <c:pt idx="47">
                  <c:v>6.2474799999999997E-2</c:v>
                </c:pt>
                <c:pt idx="48">
                  <c:v>3.7986499999999999E-2</c:v>
                </c:pt>
                <c:pt idx="49">
                  <c:v>1.25632E-2</c:v>
                </c:pt>
                <c:pt idx="50">
                  <c:v>-1.1129E-2</c:v>
                </c:pt>
                <c:pt idx="51">
                  <c:v>-3.3415399999999998E-2</c:v>
                </c:pt>
                <c:pt idx="52">
                  <c:v>-5.2696899999999998E-2</c:v>
                </c:pt>
                <c:pt idx="53">
                  <c:v>-6.9172600000000001E-2</c:v>
                </c:pt>
                <c:pt idx="54">
                  <c:v>-8.2478599999999999E-2</c:v>
                </c:pt>
                <c:pt idx="55">
                  <c:v>-9.3563999999999994E-2</c:v>
                </c:pt>
                <c:pt idx="56">
                  <c:v>-0.103092</c:v>
                </c:pt>
                <c:pt idx="57">
                  <c:v>-0.112194</c:v>
                </c:pt>
                <c:pt idx="58">
                  <c:v>-0.121389</c:v>
                </c:pt>
                <c:pt idx="59">
                  <c:v>-0.13090199999999999</c:v>
                </c:pt>
                <c:pt idx="60">
                  <c:v>-0.13998099999999999</c:v>
                </c:pt>
                <c:pt idx="61">
                  <c:v>-0.14732400000000001</c:v>
                </c:pt>
                <c:pt idx="62">
                  <c:v>-0.15108099999999999</c:v>
                </c:pt>
                <c:pt idx="63">
                  <c:v>-0.14954500000000001</c:v>
                </c:pt>
                <c:pt idx="64">
                  <c:v>-0.14154600000000001</c:v>
                </c:pt>
                <c:pt idx="65">
                  <c:v>-0.12686700000000001</c:v>
                </c:pt>
                <c:pt idx="66">
                  <c:v>-0.106199</c:v>
                </c:pt>
                <c:pt idx="67">
                  <c:v>-8.1003400000000003E-2</c:v>
                </c:pt>
                <c:pt idx="68">
                  <c:v>-5.3018500000000003E-2</c:v>
                </c:pt>
                <c:pt idx="69">
                  <c:v>-2.39743E-2</c:v>
                </c:pt>
                <c:pt idx="70">
                  <c:v>4.7054499999999999E-3</c:v>
                </c:pt>
                <c:pt idx="71">
                  <c:v>3.2103600000000003E-2</c:v>
                </c:pt>
                <c:pt idx="72">
                  <c:v>5.7895799999999997E-2</c:v>
                </c:pt>
                <c:pt idx="73">
                  <c:v>8.2285399999999995E-2</c:v>
                </c:pt>
                <c:pt idx="74">
                  <c:v>0.105841</c:v>
                </c:pt>
                <c:pt idx="75">
                  <c:v>0.129442</c:v>
                </c:pt>
                <c:pt idx="76">
                  <c:v>0.154081</c:v>
                </c:pt>
                <c:pt idx="77">
                  <c:v>0.18018300000000001</c:v>
                </c:pt>
                <c:pt idx="78">
                  <c:v>0.20787</c:v>
                </c:pt>
                <c:pt idx="79">
                  <c:v>0.236176</c:v>
                </c:pt>
                <c:pt idx="80">
                  <c:v>0.25305299999999997</c:v>
                </c:pt>
                <c:pt idx="81">
                  <c:v>0.248528</c:v>
                </c:pt>
                <c:pt idx="82">
                  <c:v>0.264177</c:v>
                </c:pt>
                <c:pt idx="83">
                  <c:v>0.365344</c:v>
                </c:pt>
                <c:pt idx="84">
                  <c:v>0.56035500000000005</c:v>
                </c:pt>
                <c:pt idx="85">
                  <c:v>0.79809399999999997</c:v>
                </c:pt>
                <c:pt idx="86">
                  <c:v>1.0066999999999999</c:v>
                </c:pt>
                <c:pt idx="87">
                  <c:v>1.1057900000000001</c:v>
                </c:pt>
              </c:numCache>
            </c:numRef>
          </c:yVal>
          <c:smooth val="0"/>
          <c:extLst>
            <c:ext xmlns:c16="http://schemas.microsoft.com/office/drawing/2014/chart" uri="{C3380CC4-5D6E-409C-BE32-E72D297353CC}">
              <c16:uniqueId val="{00000000-44F1-4134-83DB-3CFA9F552B75}"/>
            </c:ext>
          </c:extLst>
        </c:ser>
        <c:ser>
          <c:idx val="0"/>
          <c:order val="1"/>
          <c:tx>
            <c:v>Exp</c:v>
          </c:tx>
          <c:spPr>
            <a:ln w="28575" cap="rnd">
              <a:noFill/>
              <a:round/>
            </a:ln>
            <a:effectLst/>
          </c:spPr>
          <c:marker>
            <c:symbol val="circle"/>
            <c:size val="5"/>
            <c:spPr>
              <a:noFill/>
              <a:ln>
                <a:solidFill>
                  <a:schemeClr val="tx1"/>
                </a:solidFill>
              </a:ln>
            </c:spPr>
          </c:marker>
          <c:xVal>
            <c:numRef>
              <c:f>Sheet1!$L$4:$L$37</c:f>
              <c:numCache>
                <c:formatCode>0.00E+00</c:formatCode>
                <c:ptCount val="34"/>
                <c:pt idx="0">
                  <c:v>0.95030000000000003</c:v>
                </c:pt>
                <c:pt idx="1">
                  <c:v>0.81596999999999997</c:v>
                </c:pt>
                <c:pt idx="2">
                  <c:v>0.66593000000000002</c:v>
                </c:pt>
                <c:pt idx="3">
                  <c:v>0.56588000000000005</c:v>
                </c:pt>
                <c:pt idx="4">
                  <c:v>0.46599000000000002</c:v>
                </c:pt>
                <c:pt idx="5">
                  <c:v>0.36580000000000001</c:v>
                </c:pt>
                <c:pt idx="6">
                  <c:v>0.26579000000000003</c:v>
                </c:pt>
                <c:pt idx="7">
                  <c:v>0.16594</c:v>
                </c:pt>
                <c:pt idx="8">
                  <c:v>4.9930000000000002E-2</c:v>
                </c:pt>
                <c:pt idx="9">
                  <c:v>2.002E-2</c:v>
                </c:pt>
                <c:pt idx="10">
                  <c:v>5.9300000000000004E-3</c:v>
                </c:pt>
                <c:pt idx="11">
                  <c:v>3.4000000000000002E-4</c:v>
                </c:pt>
                <c:pt idx="12">
                  <c:v>2.16E-3</c:v>
                </c:pt>
                <c:pt idx="13">
                  <c:v>8.6599999999999993E-3</c:v>
                </c:pt>
                <c:pt idx="14">
                  <c:v>2.0369999999999999E-2</c:v>
                </c:pt>
                <c:pt idx="15">
                  <c:v>3.5249999999999997E-2</c:v>
                </c:pt>
                <c:pt idx="16">
                  <c:v>6.0359999999999997E-2</c:v>
                </c:pt>
                <c:pt idx="17">
                  <c:v>9.9589999999999998E-2</c:v>
                </c:pt>
                <c:pt idx="18">
                  <c:v>0.15037</c:v>
                </c:pt>
                <c:pt idx="19">
                  <c:v>0.20044000000000001</c:v>
                </c:pt>
                <c:pt idx="20">
                  <c:v>0.25039</c:v>
                </c:pt>
                <c:pt idx="21">
                  <c:v>0.30049999999999999</c:v>
                </c:pt>
                <c:pt idx="22">
                  <c:v>0.35049999999999998</c:v>
                </c:pt>
                <c:pt idx="23">
                  <c:v>0.40046999999999999</c:v>
                </c:pt>
                <c:pt idx="24">
                  <c:v>0.45029999999999998</c:v>
                </c:pt>
                <c:pt idx="25">
                  <c:v>0.50039</c:v>
                </c:pt>
                <c:pt idx="26">
                  <c:v>0.55025000000000002</c:v>
                </c:pt>
                <c:pt idx="27">
                  <c:v>0.60028999999999999</c:v>
                </c:pt>
                <c:pt idx="28">
                  <c:v>0.65032000000000001</c:v>
                </c:pt>
                <c:pt idx="29">
                  <c:v>0.71026</c:v>
                </c:pt>
                <c:pt idx="30">
                  <c:v>0.78025999999999995</c:v>
                </c:pt>
                <c:pt idx="31">
                  <c:v>0.85021000000000002</c:v>
                </c:pt>
                <c:pt idx="32">
                  <c:v>0.92027000000000003</c:v>
                </c:pt>
                <c:pt idx="33">
                  <c:v>0.98517999999999994</c:v>
                </c:pt>
              </c:numCache>
            </c:numRef>
          </c:xVal>
          <c:yVal>
            <c:numRef>
              <c:f>Sheet1!$M$4:$M$37</c:f>
              <c:numCache>
                <c:formatCode>0.00E+00</c:formatCode>
                <c:ptCount val="34"/>
                <c:pt idx="0">
                  <c:v>9.6395999999999996E-2</c:v>
                </c:pt>
                <c:pt idx="1">
                  <c:v>-4.9867000000000002E-2</c:v>
                </c:pt>
                <c:pt idx="2">
                  <c:v>-9.9191000000000001E-2</c:v>
                </c:pt>
                <c:pt idx="3">
                  <c:v>-0.12903000000000001</c:v>
                </c:pt>
                <c:pt idx="4">
                  <c:v>-0.13780999999999999</c:v>
                </c:pt>
                <c:pt idx="5">
                  <c:v>-8.4223000000000006E-2</c:v>
                </c:pt>
                <c:pt idx="6">
                  <c:v>-2.1641000000000001E-2</c:v>
                </c:pt>
                <c:pt idx="7">
                  <c:v>6.5523999999999999E-2</c:v>
                </c:pt>
                <c:pt idx="8">
                  <c:v>0.20569000000000001</c:v>
                </c:pt>
                <c:pt idx="9">
                  <c:v>0.29588999999999999</c:v>
                </c:pt>
                <c:pt idx="10">
                  <c:v>0.73319000000000001</c:v>
                </c:pt>
                <c:pt idx="11">
                  <c:v>0.70206000000000002</c:v>
                </c:pt>
                <c:pt idx="12">
                  <c:v>0.21920999999999999</c:v>
                </c:pt>
                <c:pt idx="13">
                  <c:v>-0.42756</c:v>
                </c:pt>
                <c:pt idx="14">
                  <c:v>-0.97109000000000001</c:v>
                </c:pt>
                <c:pt idx="15">
                  <c:v>-1.2921</c:v>
                </c:pt>
                <c:pt idx="16">
                  <c:v>-1.2741</c:v>
                </c:pt>
                <c:pt idx="17">
                  <c:v>-1.0923</c:v>
                </c:pt>
                <c:pt idx="18">
                  <c:v>-0.70628000000000002</c:v>
                </c:pt>
                <c:pt idx="19">
                  <c:v>-0.73121000000000003</c:v>
                </c:pt>
                <c:pt idx="20">
                  <c:v>-0.62736999999999998</c:v>
                </c:pt>
                <c:pt idx="21">
                  <c:v>-0.61856</c:v>
                </c:pt>
                <c:pt idx="22">
                  <c:v>-0.61378999999999995</c:v>
                </c:pt>
                <c:pt idx="23">
                  <c:v>-0.61978999999999995</c:v>
                </c:pt>
                <c:pt idx="24">
                  <c:v>-0.64905000000000002</c:v>
                </c:pt>
                <c:pt idx="25">
                  <c:v>-0.64442999999999995</c:v>
                </c:pt>
                <c:pt idx="26">
                  <c:v>-0.66476000000000002</c:v>
                </c:pt>
                <c:pt idx="27">
                  <c:v>-0.52666000000000002</c:v>
                </c:pt>
                <c:pt idx="28">
                  <c:v>-0.30232999999999999</c:v>
                </c:pt>
                <c:pt idx="29">
                  <c:v>-0.22316</c:v>
                </c:pt>
                <c:pt idx="30">
                  <c:v>-0.14416000000000001</c:v>
                </c:pt>
                <c:pt idx="31">
                  <c:v>-5.1028999999999998E-2</c:v>
                </c:pt>
                <c:pt idx="32">
                  <c:v>5.8973999999999999E-2</c:v>
                </c:pt>
                <c:pt idx="33">
                  <c:v>0.16897999999999999</c:v>
                </c:pt>
              </c:numCache>
            </c:numRef>
          </c:yVal>
          <c:smooth val="0"/>
          <c:extLst>
            <c:ext xmlns:c16="http://schemas.microsoft.com/office/drawing/2014/chart" uri="{C3380CC4-5D6E-409C-BE32-E72D297353CC}">
              <c16:uniqueId val="{00000001-44F1-4134-83DB-3CFA9F552B75}"/>
            </c:ext>
          </c:extLst>
        </c:ser>
        <c:dLbls>
          <c:showLegendKey val="0"/>
          <c:showVal val="0"/>
          <c:showCatName val="0"/>
          <c:showSerName val="0"/>
          <c:showPercent val="0"/>
          <c:showBubbleSize val="0"/>
        </c:dLbls>
        <c:axId val="65873151"/>
        <c:axId val="65876511"/>
      </c:scatterChart>
      <c:valAx>
        <c:axId val="65873151"/>
        <c:scaling>
          <c:orientation val="minMax"/>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65876511"/>
        <c:crosses val="autoZero"/>
        <c:crossBetween val="midCat"/>
      </c:valAx>
      <c:valAx>
        <c:axId val="65876511"/>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65873151"/>
        <c:crosses val="autoZero"/>
        <c:crossBetween val="midCat"/>
      </c:valAx>
    </c:plotArea>
    <c:legend>
      <c:legendPos val="r"/>
      <c:layout>
        <c:manualLayout>
          <c:xMode val="edge"/>
          <c:yMode val="edge"/>
          <c:x val="0.82994313210848636"/>
          <c:y val="0.14334281131525223"/>
          <c:w val="0.12800021872265968"/>
          <c:h val="0.16743438320209975"/>
        </c:manualLayout>
      </c:layout>
      <c:overlay val="0"/>
      <c:spPr>
        <a:ln>
          <a:solidFill>
            <a:schemeClr val="tx1"/>
          </a:solidFill>
        </a:ln>
      </c:spPr>
    </c:legend>
    <c:plotVisOnly val="1"/>
    <c:dispBlanksAs val="gap"/>
    <c:showDLblsOverMax val="0"/>
    <c:extLst/>
  </c:chart>
  <c:txPr>
    <a:bodyPr/>
    <a:lstStyle/>
    <a:p>
      <a:pPr>
        <a:defRPr/>
      </a:pPr>
      <a:endParaRPr lang="ko-K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t>sec.44%</a:t>
            </a:r>
            <a:endParaRPr lang="ko-KR" altLang="en-US"/>
          </a:p>
        </c:rich>
      </c:tx>
      <c:overlay val="0"/>
      <c:spPr>
        <a:noFill/>
        <a:ln>
          <a:noFill/>
        </a:ln>
        <a:effectLst/>
      </c:spPr>
    </c:title>
    <c:autoTitleDeleted val="0"/>
    <c:plotArea>
      <c:layout>
        <c:manualLayout>
          <c:layoutTarget val="inner"/>
          <c:xMode val="edge"/>
          <c:yMode val="edge"/>
          <c:x val="8.0539370078740152E-2"/>
          <c:y val="0.17171296296296296"/>
          <c:w val="0.88379374453193338"/>
          <c:h val="0.77736111111111106"/>
        </c:manualLayout>
      </c:layout>
      <c:scatterChart>
        <c:scatterStyle val="lineMarker"/>
        <c:varyColors val="0"/>
        <c:ser>
          <c:idx val="1"/>
          <c:order val="0"/>
          <c:tx>
            <c:v>su2</c:v>
          </c:tx>
          <c:spPr>
            <a:ln>
              <a:solidFill>
                <a:schemeClr val="tx1"/>
              </a:solidFill>
            </a:ln>
          </c:spPr>
          <c:marker>
            <c:symbol val="none"/>
          </c:marker>
          <c:xVal>
            <c:numRef>
              <c:f>Sheet1!$A$2:$A$89</c:f>
              <c:numCache>
                <c:formatCode>General</c:formatCode>
                <c:ptCount val="88"/>
                <c:pt idx="0">
                  <c:v>0</c:v>
                </c:pt>
                <c:pt idx="1">
                  <c:v>8.1618672624264295E-4</c:v>
                </c:pt>
                <c:pt idx="2">
                  <c:v>3.229260525568726E-3</c:v>
                </c:pt>
                <c:pt idx="3">
                  <c:v>7.2654504610143826E-3</c:v>
                </c:pt>
                <c:pt idx="4">
                  <c:v>1.3086759568979331E-2</c:v>
                </c:pt>
                <c:pt idx="5">
                  <c:v>2.0875248404655881E-2</c:v>
                </c:pt>
                <c:pt idx="6">
                  <c:v>3.0681832208055121E-2</c:v>
                </c:pt>
                <c:pt idx="7">
                  <c:v>4.244170976461735E-2</c:v>
                </c:pt>
                <c:pt idx="8">
                  <c:v>5.6116308922818728E-2</c:v>
                </c:pt>
                <c:pt idx="9">
                  <c:v>7.1742658948122012E-2</c:v>
                </c:pt>
                <c:pt idx="10">
                  <c:v>8.9367046422355836E-2</c:v>
                </c:pt>
                <c:pt idx="11">
                  <c:v>0.1090002715479467</c:v>
                </c:pt>
                <c:pt idx="12">
                  <c:v>0.13061919103398059</c:v>
                </c:pt>
                <c:pt idx="13">
                  <c:v>0.15416826098226299</c:v>
                </c:pt>
                <c:pt idx="14">
                  <c:v>0.17956570843156369</c:v>
                </c:pt>
                <c:pt idx="15">
                  <c:v>0.20670507424367729</c:v>
                </c:pt>
                <c:pt idx="16">
                  <c:v>0.2354536702173618</c:v>
                </c:pt>
                <c:pt idx="17">
                  <c:v>0.26566646506288799</c:v>
                </c:pt>
                <c:pt idx="18">
                  <c:v>0.29717528419961248</c:v>
                </c:pt>
                <c:pt idx="19">
                  <c:v>0.32980115284446482</c:v>
                </c:pt>
                <c:pt idx="20">
                  <c:v>0.36335275312588711</c:v>
                </c:pt>
                <c:pt idx="21">
                  <c:v>0.39762796696989522</c:v>
                </c:pt>
                <c:pt idx="22">
                  <c:v>0.43241541898613878</c:v>
                </c:pt>
                <c:pt idx="23">
                  <c:v>0.46750219089820649</c:v>
                </c:pt>
                <c:pt idx="24">
                  <c:v>0.50267073577150478</c:v>
                </c:pt>
                <c:pt idx="25">
                  <c:v>0.53771122110174407</c:v>
                </c:pt>
                <c:pt idx="26">
                  <c:v>0.57241535727069615</c:v>
                </c:pt>
                <c:pt idx="27">
                  <c:v>0.60658411197649864</c:v>
                </c:pt>
                <c:pt idx="28">
                  <c:v>0.64003233889183742</c:v>
                </c:pt>
                <c:pt idx="29">
                  <c:v>0.67258414900576424</c:v>
                </c:pt>
                <c:pt idx="30">
                  <c:v>0.70407908216794013</c:v>
                </c:pt>
                <c:pt idx="31">
                  <c:v>0.73437673574681861</c:v>
                </c:pt>
                <c:pt idx="32">
                  <c:v>0.76334750731327983</c:v>
                </c:pt>
                <c:pt idx="33">
                  <c:v>0.79089110927336226</c:v>
                </c:pt>
                <c:pt idx="34">
                  <c:v>0.81692731155189657</c:v>
                </c:pt>
                <c:pt idx="35">
                  <c:v>0.84140211313674906</c:v>
                </c:pt>
                <c:pt idx="36">
                  <c:v>0.86429545650912776</c:v>
                </c:pt>
                <c:pt idx="37">
                  <c:v>0.88561814187145904</c:v>
                </c:pt>
                <c:pt idx="38">
                  <c:v>0.90541799869163253</c:v>
                </c:pt>
                <c:pt idx="39">
                  <c:v>0.92377988570300051</c:v>
                </c:pt>
                <c:pt idx="40">
                  <c:v>0.94083340533468274</c:v>
                </c:pt>
                <c:pt idx="41">
                  <c:v>0.95674364639520093</c:v>
                </c:pt>
                <c:pt idx="42">
                  <c:v>0.97172815581914906</c:v>
                </c:pt>
                <c:pt idx="43">
                  <c:v>0.98604305269264481</c:v>
                </c:pt>
                <c:pt idx="44">
                  <c:v>1</c:v>
                </c:pt>
                <c:pt idx="45">
                  <c:v>0.98604305269264481</c:v>
                </c:pt>
                <c:pt idx="46">
                  <c:v>0.97172815581914906</c:v>
                </c:pt>
                <c:pt idx="47">
                  <c:v>0.95674364639520093</c:v>
                </c:pt>
                <c:pt idx="48">
                  <c:v>0.94083340533468274</c:v>
                </c:pt>
                <c:pt idx="49">
                  <c:v>0.92377988570300051</c:v>
                </c:pt>
                <c:pt idx="50">
                  <c:v>0.90541799869163253</c:v>
                </c:pt>
                <c:pt idx="51">
                  <c:v>0.88561814187145904</c:v>
                </c:pt>
                <c:pt idx="52">
                  <c:v>0.86429545650912776</c:v>
                </c:pt>
                <c:pt idx="53">
                  <c:v>0.84140211313674906</c:v>
                </c:pt>
                <c:pt idx="54">
                  <c:v>0.81692731155189657</c:v>
                </c:pt>
                <c:pt idx="55">
                  <c:v>0.79089110927336226</c:v>
                </c:pt>
                <c:pt idx="56">
                  <c:v>0.76334750731327983</c:v>
                </c:pt>
                <c:pt idx="57">
                  <c:v>0.73437673574681861</c:v>
                </c:pt>
                <c:pt idx="58">
                  <c:v>0.70407908216794013</c:v>
                </c:pt>
                <c:pt idx="59">
                  <c:v>0.67258414900576424</c:v>
                </c:pt>
                <c:pt idx="60">
                  <c:v>0.64003233889183742</c:v>
                </c:pt>
                <c:pt idx="61">
                  <c:v>0.60658411197649864</c:v>
                </c:pt>
                <c:pt idx="62">
                  <c:v>0.57241535727069615</c:v>
                </c:pt>
                <c:pt idx="63">
                  <c:v>0.53771122110174407</c:v>
                </c:pt>
                <c:pt idx="64">
                  <c:v>0.50267073577150478</c:v>
                </c:pt>
                <c:pt idx="65">
                  <c:v>0.46750219089820649</c:v>
                </c:pt>
                <c:pt idx="66">
                  <c:v>0.43241541898613878</c:v>
                </c:pt>
                <c:pt idx="67">
                  <c:v>0.39762796696989522</c:v>
                </c:pt>
                <c:pt idx="68">
                  <c:v>0.36335275312588711</c:v>
                </c:pt>
                <c:pt idx="69">
                  <c:v>0.32980115284446482</c:v>
                </c:pt>
                <c:pt idx="70">
                  <c:v>0.29717528419961248</c:v>
                </c:pt>
                <c:pt idx="71">
                  <c:v>0.26566646506288799</c:v>
                </c:pt>
                <c:pt idx="72">
                  <c:v>0.2354536702173618</c:v>
                </c:pt>
                <c:pt idx="73">
                  <c:v>0.20670507424367729</c:v>
                </c:pt>
                <c:pt idx="74">
                  <c:v>0.17956570843156369</c:v>
                </c:pt>
                <c:pt idx="75">
                  <c:v>0.15416826098226299</c:v>
                </c:pt>
                <c:pt idx="76">
                  <c:v>0.13061919103398059</c:v>
                </c:pt>
                <c:pt idx="77">
                  <c:v>0.1090002715479467</c:v>
                </c:pt>
                <c:pt idx="78">
                  <c:v>8.9367046422355836E-2</c:v>
                </c:pt>
                <c:pt idx="79">
                  <c:v>7.1742658948122012E-2</c:v>
                </c:pt>
                <c:pt idx="80">
                  <c:v>5.6116308922818728E-2</c:v>
                </c:pt>
                <c:pt idx="81">
                  <c:v>4.244170976461735E-2</c:v>
                </c:pt>
                <c:pt idx="82">
                  <c:v>3.0681832208055121E-2</c:v>
                </c:pt>
                <c:pt idx="83">
                  <c:v>2.0875248404655881E-2</c:v>
                </c:pt>
                <c:pt idx="84">
                  <c:v>1.3086759568979331E-2</c:v>
                </c:pt>
                <c:pt idx="85">
                  <c:v>7.2654504610143826E-3</c:v>
                </c:pt>
                <c:pt idx="86">
                  <c:v>3.229260525568726E-3</c:v>
                </c:pt>
                <c:pt idx="87">
                  <c:v>8.1618672624264295E-4</c:v>
                </c:pt>
              </c:numCache>
            </c:numRef>
          </c:xVal>
          <c:yVal>
            <c:numRef>
              <c:f>Sheet1!$B$2:$B$89</c:f>
              <c:numCache>
                <c:formatCode>General</c:formatCode>
                <c:ptCount val="88"/>
                <c:pt idx="0">
                  <c:v>0.65251999999999999</c:v>
                </c:pt>
                <c:pt idx="1">
                  <c:v>0.31720199999999998</c:v>
                </c:pt>
                <c:pt idx="2">
                  <c:v>-7.6994599999999996E-2</c:v>
                </c:pt>
                <c:pt idx="3">
                  <c:v>-0.46598600000000001</c:v>
                </c:pt>
                <c:pt idx="4">
                  <c:v>-0.82477800000000001</c:v>
                </c:pt>
                <c:pt idx="5">
                  <c:v>-1.1094900000000001</c:v>
                </c:pt>
                <c:pt idx="6">
                  <c:v>-1.2777400000000001</c:v>
                </c:pt>
                <c:pt idx="7">
                  <c:v>-1.3304800000000001</c:v>
                </c:pt>
                <c:pt idx="8">
                  <c:v>-1.3120400000000001</c:v>
                </c:pt>
                <c:pt idx="9">
                  <c:v>-1.27451</c:v>
                </c:pt>
                <c:pt idx="10">
                  <c:v>-1.24031</c:v>
                </c:pt>
                <c:pt idx="11">
                  <c:v>-1.2104600000000001</c:v>
                </c:pt>
                <c:pt idx="12">
                  <c:v>-1.1819599999999999</c:v>
                </c:pt>
                <c:pt idx="13">
                  <c:v>-1.15082</c:v>
                </c:pt>
                <c:pt idx="14">
                  <c:v>-1.1140699999999999</c:v>
                </c:pt>
                <c:pt idx="15">
                  <c:v>-1.0677700000000001</c:v>
                </c:pt>
                <c:pt idx="16">
                  <c:v>-1.0120199999999999</c:v>
                </c:pt>
                <c:pt idx="17">
                  <c:v>-0.94775900000000002</c:v>
                </c:pt>
                <c:pt idx="18">
                  <c:v>-0.88502099999999995</c:v>
                </c:pt>
                <c:pt idx="19">
                  <c:v>-0.84105300000000005</c:v>
                </c:pt>
                <c:pt idx="20">
                  <c:v>-0.82138800000000001</c:v>
                </c:pt>
                <c:pt idx="21">
                  <c:v>-0.82243999999999995</c:v>
                </c:pt>
                <c:pt idx="22">
                  <c:v>-0.83019900000000002</c:v>
                </c:pt>
                <c:pt idx="23">
                  <c:v>-0.82045999999999997</c:v>
                </c:pt>
                <c:pt idx="24">
                  <c:v>-0.74636100000000005</c:v>
                </c:pt>
                <c:pt idx="25">
                  <c:v>-0.58424900000000002</c:v>
                </c:pt>
                <c:pt idx="26">
                  <c:v>-0.39274399999999998</c:v>
                </c:pt>
                <c:pt idx="27">
                  <c:v>-0.27046199999999998</c:v>
                </c:pt>
                <c:pt idx="28">
                  <c:v>-0.20721500000000001</c:v>
                </c:pt>
                <c:pt idx="29">
                  <c:v>-0.16118499999999999</c:v>
                </c:pt>
                <c:pt idx="30">
                  <c:v>-0.121681</c:v>
                </c:pt>
                <c:pt idx="31">
                  <c:v>-8.7393200000000004E-2</c:v>
                </c:pt>
                <c:pt idx="32">
                  <c:v>-5.7598999999999997E-2</c:v>
                </c:pt>
                <c:pt idx="33">
                  <c:v>-3.14674E-2</c:v>
                </c:pt>
                <c:pt idx="34">
                  <c:v>-8.12125E-3</c:v>
                </c:pt>
                <c:pt idx="35">
                  <c:v>1.28092E-2</c:v>
                </c:pt>
                <c:pt idx="36">
                  <c:v>3.1796699999999997E-2</c:v>
                </c:pt>
                <c:pt idx="37">
                  <c:v>4.8719699999999998E-2</c:v>
                </c:pt>
                <c:pt idx="38">
                  <c:v>6.3978499999999994E-2</c:v>
                </c:pt>
                <c:pt idx="39">
                  <c:v>7.7338199999999996E-2</c:v>
                </c:pt>
                <c:pt idx="40">
                  <c:v>8.9248800000000003E-2</c:v>
                </c:pt>
                <c:pt idx="41">
                  <c:v>9.9789199999999995E-2</c:v>
                </c:pt>
                <c:pt idx="42">
                  <c:v>0.108501</c:v>
                </c:pt>
                <c:pt idx="43">
                  <c:v>0.11822100000000001</c:v>
                </c:pt>
                <c:pt idx="44">
                  <c:v>0.14408199999999999</c:v>
                </c:pt>
                <c:pt idx="45">
                  <c:v>0.12922600000000001</c:v>
                </c:pt>
                <c:pt idx="46">
                  <c:v>0.10763</c:v>
                </c:pt>
                <c:pt idx="47">
                  <c:v>8.4739499999999995E-2</c:v>
                </c:pt>
                <c:pt idx="48">
                  <c:v>6.2104100000000002E-2</c:v>
                </c:pt>
                <c:pt idx="49">
                  <c:v>3.9606000000000002E-2</c:v>
                </c:pt>
                <c:pt idx="50">
                  <c:v>1.7792499999999999E-2</c:v>
                </c:pt>
                <c:pt idx="51">
                  <c:v>-2.8653400000000001E-3</c:v>
                </c:pt>
                <c:pt idx="52">
                  <c:v>-2.15459E-2</c:v>
                </c:pt>
                <c:pt idx="53">
                  <c:v>-3.8336099999999998E-2</c:v>
                </c:pt>
                <c:pt idx="54">
                  <c:v>-5.3014499999999999E-2</c:v>
                </c:pt>
                <c:pt idx="55">
                  <c:v>-6.63686E-2</c:v>
                </c:pt>
                <c:pt idx="56">
                  <c:v>-7.8910400000000006E-2</c:v>
                </c:pt>
                <c:pt idx="57">
                  <c:v>-9.1670600000000005E-2</c:v>
                </c:pt>
                <c:pt idx="58">
                  <c:v>-0.105126</c:v>
                </c:pt>
                <c:pt idx="59">
                  <c:v>-0.119661</c:v>
                </c:pt>
                <c:pt idx="60">
                  <c:v>-0.13485</c:v>
                </c:pt>
                <c:pt idx="61">
                  <c:v>-0.14983399999999999</c:v>
                </c:pt>
                <c:pt idx="62">
                  <c:v>-0.16297900000000001</c:v>
                </c:pt>
                <c:pt idx="63">
                  <c:v>-0.17233100000000001</c:v>
                </c:pt>
                <c:pt idx="64">
                  <c:v>-0.17591799999999999</c:v>
                </c:pt>
                <c:pt idx="65">
                  <c:v>-0.17253299999999999</c:v>
                </c:pt>
                <c:pt idx="66">
                  <c:v>-0.16192999999999999</c:v>
                </c:pt>
                <c:pt idx="67">
                  <c:v>-0.14497399999999999</c:v>
                </c:pt>
                <c:pt idx="68">
                  <c:v>-0.123168</c:v>
                </c:pt>
                <c:pt idx="69">
                  <c:v>-9.8285300000000006E-2</c:v>
                </c:pt>
                <c:pt idx="70">
                  <c:v>-7.1938500000000002E-2</c:v>
                </c:pt>
                <c:pt idx="71">
                  <c:v>-4.5359099999999999E-2</c:v>
                </c:pt>
                <c:pt idx="72">
                  <c:v>-1.9159599999999999E-2</c:v>
                </c:pt>
                <c:pt idx="73">
                  <c:v>6.6135500000000002E-3</c:v>
                </c:pt>
                <c:pt idx="74">
                  <c:v>3.2444899999999999E-2</c:v>
                </c:pt>
                <c:pt idx="75">
                  <c:v>5.9121899999999998E-2</c:v>
                </c:pt>
                <c:pt idx="76">
                  <c:v>8.7519799999999995E-2</c:v>
                </c:pt>
                <c:pt idx="77">
                  <c:v>0.118219</c:v>
                </c:pt>
                <c:pt idx="78">
                  <c:v>0.151062</c:v>
                </c:pt>
                <c:pt idx="79">
                  <c:v>0.18590999999999999</c:v>
                </c:pt>
                <c:pt idx="80">
                  <c:v>0.21571699999999999</c:v>
                </c:pt>
                <c:pt idx="81">
                  <c:v>0.228384</c:v>
                </c:pt>
                <c:pt idx="82">
                  <c:v>0.25201000000000001</c:v>
                </c:pt>
                <c:pt idx="83">
                  <c:v>0.347026</c:v>
                </c:pt>
                <c:pt idx="84">
                  <c:v>0.51738600000000001</c:v>
                </c:pt>
                <c:pt idx="85">
                  <c:v>0.70101800000000003</c:v>
                </c:pt>
                <c:pt idx="86">
                  <c:v>0.82422399999999996</c:v>
                </c:pt>
                <c:pt idx="87">
                  <c:v>0.82601599999999997</c:v>
                </c:pt>
              </c:numCache>
            </c:numRef>
          </c:yVal>
          <c:smooth val="0"/>
          <c:extLst>
            <c:ext xmlns:c16="http://schemas.microsoft.com/office/drawing/2014/chart" uri="{C3380CC4-5D6E-409C-BE32-E72D297353CC}">
              <c16:uniqueId val="{00000000-DFC5-430B-9347-84E7DE7045C2}"/>
            </c:ext>
          </c:extLst>
        </c:ser>
        <c:ser>
          <c:idx val="0"/>
          <c:order val="1"/>
          <c:tx>
            <c:v>exp</c:v>
          </c:tx>
          <c:spPr>
            <a:ln w="31750" cap="rnd">
              <a:noFill/>
              <a:round/>
            </a:ln>
            <a:effectLst/>
          </c:spPr>
          <c:marker>
            <c:symbol val="circle"/>
            <c:size val="5"/>
            <c:spPr>
              <a:noFill/>
              <a:ln w="9525">
                <a:solidFill>
                  <a:schemeClr val="tx1"/>
                </a:solidFill>
              </a:ln>
              <a:effectLst/>
            </c:spPr>
          </c:marker>
          <c:xVal>
            <c:numRef>
              <c:f>Sheet2!$C:$C</c:f>
              <c:numCache>
                <c:formatCode>0.00E+00</c:formatCode>
                <c:ptCount val="1048576"/>
                <c:pt idx="0">
                  <c:v>0.94937000000000005</c:v>
                </c:pt>
                <c:pt idx="1">
                  <c:v>0.81705000000000005</c:v>
                </c:pt>
                <c:pt idx="2">
                  <c:v>0.66698000000000002</c:v>
                </c:pt>
                <c:pt idx="3">
                  <c:v>0.56705000000000005</c:v>
                </c:pt>
                <c:pt idx="4">
                  <c:v>0.46705999999999998</c:v>
                </c:pt>
                <c:pt idx="5">
                  <c:v>0.36704999999999999</c:v>
                </c:pt>
                <c:pt idx="6">
                  <c:v>0.26705000000000001</c:v>
                </c:pt>
                <c:pt idx="7">
                  <c:v>0.16699</c:v>
                </c:pt>
                <c:pt idx="8">
                  <c:v>4.9090000000000002E-2</c:v>
                </c:pt>
                <c:pt idx="9">
                  <c:v>1.9220000000000001E-2</c:v>
                </c:pt>
                <c:pt idx="10">
                  <c:v>5.1999999999999998E-3</c:v>
                </c:pt>
                <c:pt idx="11">
                  <c:v>3.1E-4</c:v>
                </c:pt>
                <c:pt idx="12">
                  <c:v>1.08E-3</c:v>
                </c:pt>
                <c:pt idx="13">
                  <c:v>7.8899999999999994E-3</c:v>
                </c:pt>
                <c:pt idx="14">
                  <c:v>1.9060000000000001E-2</c:v>
                </c:pt>
                <c:pt idx="15">
                  <c:v>3.4020000000000002E-2</c:v>
                </c:pt>
                <c:pt idx="16">
                  <c:v>5.9110000000000003E-2</c:v>
                </c:pt>
                <c:pt idx="17">
                  <c:v>9.9129999999999996E-2</c:v>
                </c:pt>
                <c:pt idx="18">
                  <c:v>0.14927000000000001</c:v>
                </c:pt>
                <c:pt idx="19">
                  <c:v>0.19908999999999999</c:v>
                </c:pt>
                <c:pt idx="20">
                  <c:v>0.25080000000000002</c:v>
                </c:pt>
                <c:pt idx="21">
                  <c:v>0.29925000000000002</c:v>
                </c:pt>
                <c:pt idx="22">
                  <c:v>0.34927000000000002</c:v>
                </c:pt>
                <c:pt idx="23">
                  <c:v>0.39931</c:v>
                </c:pt>
                <c:pt idx="24">
                  <c:v>0.44896999999999998</c:v>
                </c:pt>
                <c:pt idx="25">
                  <c:v>0.49926999999999999</c:v>
                </c:pt>
                <c:pt idx="26">
                  <c:v>0.54927000000000004</c:v>
                </c:pt>
                <c:pt idx="27">
                  <c:v>0.59931000000000001</c:v>
                </c:pt>
                <c:pt idx="28">
                  <c:v>0.64917000000000002</c:v>
                </c:pt>
                <c:pt idx="29">
                  <c:v>0.70896999999999999</c:v>
                </c:pt>
                <c:pt idx="30">
                  <c:v>0.77912000000000003</c:v>
                </c:pt>
                <c:pt idx="31">
                  <c:v>0.84902999999999995</c:v>
                </c:pt>
                <c:pt idx="32">
                  <c:v>0.91929000000000005</c:v>
                </c:pt>
                <c:pt idx="33">
                  <c:v>0.98387000000000002</c:v>
                </c:pt>
              </c:numCache>
            </c:numRef>
          </c:xVal>
          <c:yVal>
            <c:numRef>
              <c:f>Sheet2!$E:$E</c:f>
              <c:numCache>
                <c:formatCode>0.00E+00</c:formatCode>
                <c:ptCount val="1048576"/>
                <c:pt idx="0">
                  <c:v>0.13949</c:v>
                </c:pt>
                <c:pt idx="1">
                  <c:v>-9.9304000000000007E-3</c:v>
                </c:pt>
                <c:pt idx="2">
                  <c:v>-9.4740000000000005E-2</c:v>
                </c:pt>
                <c:pt idx="3">
                  <c:v>-0.13203000000000001</c:v>
                </c:pt>
                <c:pt idx="4">
                  <c:v>-0.14702999999999999</c:v>
                </c:pt>
                <c:pt idx="5">
                  <c:v>-9.4127000000000002E-2</c:v>
                </c:pt>
                <c:pt idx="6">
                  <c:v>-2.5801999999999999E-2</c:v>
                </c:pt>
                <c:pt idx="7">
                  <c:v>4.5813E-2</c:v>
                </c:pt>
                <c:pt idx="8">
                  <c:v>0.21127000000000001</c:v>
                </c:pt>
                <c:pt idx="9">
                  <c:v>0.32952999999999999</c:v>
                </c:pt>
                <c:pt idx="10">
                  <c:v>0.75144999999999995</c:v>
                </c:pt>
                <c:pt idx="11">
                  <c:v>0.66454000000000002</c:v>
                </c:pt>
                <c:pt idx="12">
                  <c:v>0.15243000000000001</c:v>
                </c:pt>
                <c:pt idx="13">
                  <c:v>-0.52568999999999999</c:v>
                </c:pt>
                <c:pt idx="14">
                  <c:v>-1.0959000000000001</c:v>
                </c:pt>
                <c:pt idx="15">
                  <c:v>-1.3334999999999999</c:v>
                </c:pt>
                <c:pt idx="16">
                  <c:v>-1.3245</c:v>
                </c:pt>
                <c:pt idx="17">
                  <c:v>-1.2517</c:v>
                </c:pt>
                <c:pt idx="18">
                  <c:v>-1.1825000000000001</c:v>
                </c:pt>
                <c:pt idx="19">
                  <c:v>-1.1513</c:v>
                </c:pt>
                <c:pt idx="20">
                  <c:v>-1.1085</c:v>
                </c:pt>
                <c:pt idx="21">
                  <c:v>-0.77698999999999996</c:v>
                </c:pt>
                <c:pt idx="22">
                  <c:v>-0.68491999999999997</c:v>
                </c:pt>
                <c:pt idx="23">
                  <c:v>-0.71804999999999997</c:v>
                </c:pt>
                <c:pt idx="24">
                  <c:v>-0.74411000000000005</c:v>
                </c:pt>
                <c:pt idx="25">
                  <c:v>-0.78702000000000005</c:v>
                </c:pt>
                <c:pt idx="26">
                  <c:v>-0.38235999999999998</c:v>
                </c:pt>
                <c:pt idx="27">
                  <c:v>-0.21235999999999999</c:v>
                </c:pt>
                <c:pt idx="28">
                  <c:v>-0.16406000000000001</c:v>
                </c:pt>
                <c:pt idx="29">
                  <c:v>-0.1159</c:v>
                </c:pt>
                <c:pt idx="30">
                  <c:v>-5.7092999999999998E-2</c:v>
                </c:pt>
                <c:pt idx="31">
                  <c:v>2.2134999999999998E-2</c:v>
                </c:pt>
                <c:pt idx="32">
                  <c:v>0.11504</c:v>
                </c:pt>
                <c:pt idx="33">
                  <c:v>0.20859</c:v>
                </c:pt>
              </c:numCache>
            </c:numRef>
          </c:yVal>
          <c:smooth val="0"/>
          <c:extLst>
            <c:ext xmlns:c16="http://schemas.microsoft.com/office/drawing/2014/chart" uri="{C3380CC4-5D6E-409C-BE32-E72D297353CC}">
              <c16:uniqueId val="{00000001-DFC5-430B-9347-84E7DE7045C2}"/>
            </c:ext>
          </c:extLst>
        </c:ser>
        <c:dLbls>
          <c:showLegendKey val="0"/>
          <c:showVal val="0"/>
          <c:showCatName val="0"/>
          <c:showSerName val="0"/>
          <c:showPercent val="0"/>
          <c:showBubbleSize val="0"/>
        </c:dLbls>
        <c:axId val="2041961343"/>
        <c:axId val="2041962303"/>
      </c:scatterChart>
      <c:valAx>
        <c:axId val="2041961343"/>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2041962303"/>
        <c:crosses val="autoZero"/>
        <c:crossBetween val="midCat"/>
      </c:valAx>
      <c:valAx>
        <c:axId val="2041962303"/>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2041961343"/>
        <c:crosses val="autoZero"/>
        <c:crossBetween val="midCat"/>
      </c:valAx>
    </c:plotArea>
    <c:legend>
      <c:legendPos val="r"/>
      <c:layout>
        <c:manualLayout>
          <c:xMode val="edge"/>
          <c:yMode val="edge"/>
          <c:x val="0.84011089238845149"/>
          <c:y val="0.17575021872265964"/>
          <c:w val="0.12377799650043744"/>
          <c:h val="0.16743438320209975"/>
        </c:manualLayout>
      </c:layout>
      <c:overlay val="0"/>
    </c:legend>
    <c:plotVisOnly val="1"/>
    <c:dispBlanksAs val="gap"/>
    <c:showDLblsOverMax val="0"/>
    <c:extLst/>
  </c:chart>
  <c:spPr>
    <a:ln>
      <a:solidFill>
        <a:schemeClr val="tx1"/>
      </a:solidFill>
    </a:ln>
  </c:spPr>
  <c:txPr>
    <a:bodyPr/>
    <a:lstStyle/>
    <a:p>
      <a:pPr>
        <a:defRPr/>
      </a:pPr>
      <a:endParaRPr lang="ko-K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b="0">
                <a:solidFill>
                  <a:schemeClr val="tx1"/>
                </a:solidFill>
              </a:rPr>
              <a:t>sec.65%</a:t>
            </a:r>
          </a:p>
        </c:rich>
      </c:tx>
      <c:overlay val="0"/>
      <c:spPr>
        <a:noFill/>
        <a:ln>
          <a:noFill/>
        </a:ln>
        <a:effectLst/>
      </c:spPr>
    </c:title>
    <c:autoTitleDeleted val="0"/>
    <c:plotArea>
      <c:layout>
        <c:manualLayout>
          <c:layoutTarget val="inner"/>
          <c:xMode val="edge"/>
          <c:yMode val="edge"/>
          <c:x val="8.0539370078740152E-2"/>
          <c:y val="0.17171296296296296"/>
          <c:w val="0.88379374453193338"/>
          <c:h val="0.77736111111111106"/>
        </c:manualLayout>
      </c:layout>
      <c:scatterChart>
        <c:scatterStyle val="lineMarker"/>
        <c:varyColors val="0"/>
        <c:ser>
          <c:idx val="1"/>
          <c:order val="0"/>
          <c:tx>
            <c:v>su2</c:v>
          </c:tx>
          <c:spPr>
            <a:ln w="31750">
              <a:solidFill>
                <a:schemeClr val="tx1"/>
              </a:solidFill>
            </a:ln>
          </c:spPr>
          <c:marker>
            <c:symbol val="none"/>
          </c:marker>
          <c:xVal>
            <c:numRef>
              <c:f>Sheet1!$A$2:$A$89</c:f>
              <c:numCache>
                <c:formatCode>General</c:formatCode>
                <c:ptCount val="88"/>
                <c:pt idx="0">
                  <c:v>0</c:v>
                </c:pt>
                <c:pt idx="1">
                  <c:v>8.1701628446127284E-4</c:v>
                </c:pt>
                <c:pt idx="2">
                  <c:v>3.2296583894303979E-3</c:v>
                </c:pt>
                <c:pt idx="3">
                  <c:v>7.2658584955727478E-3</c:v>
                </c:pt>
                <c:pt idx="4">
                  <c:v>1.3086226641713919E-2</c:v>
                </c:pt>
                <c:pt idx="5">
                  <c:v>2.0875813524761821E-2</c:v>
                </c:pt>
                <c:pt idx="6">
                  <c:v>3.0681754699589409E-2</c:v>
                </c:pt>
                <c:pt idx="7">
                  <c:v>4.2442948520991043E-2</c:v>
                </c:pt>
                <c:pt idx="8">
                  <c:v>5.6117496717968743E-2</c:v>
                </c:pt>
                <c:pt idx="9">
                  <c:v>7.1743806038937402E-2</c:v>
                </c:pt>
                <c:pt idx="10">
                  <c:v>8.9369012038769804E-2</c:v>
                </c:pt>
                <c:pt idx="11">
                  <c:v>0.10900184352392379</c:v>
                </c:pt>
                <c:pt idx="12">
                  <c:v>0.13061960559760899</c:v>
                </c:pt>
                <c:pt idx="13">
                  <c:v>0.1541699254210776</c:v>
                </c:pt>
                <c:pt idx="14">
                  <c:v>0.17956726069104209</c:v>
                </c:pt>
                <c:pt idx="15">
                  <c:v>0.20670686573000741</c:v>
                </c:pt>
                <c:pt idx="16">
                  <c:v>0.23545606267981339</c:v>
                </c:pt>
                <c:pt idx="17">
                  <c:v>0.26566820759196669</c:v>
                </c:pt>
                <c:pt idx="18">
                  <c:v>0.29717745314376692</c:v>
                </c:pt>
                <c:pt idx="19">
                  <c:v>0.32980398592218091</c:v>
                </c:pt>
                <c:pt idx="20">
                  <c:v>0.36335577218513437</c:v>
                </c:pt>
                <c:pt idx="21">
                  <c:v>0.39763030362280372</c:v>
                </c:pt>
                <c:pt idx="22">
                  <c:v>0.43241808888019878</c:v>
                </c:pt>
                <c:pt idx="23">
                  <c:v>0.46750439931845478</c:v>
                </c:pt>
                <c:pt idx="24">
                  <c:v>0.5026745062987068</c:v>
                </c:pt>
                <c:pt idx="25">
                  <c:v>0.53771542694338148</c:v>
                </c:pt>
                <c:pt idx="26">
                  <c:v>0.57241766989748888</c:v>
                </c:pt>
                <c:pt idx="27">
                  <c:v>0.60658745565766325</c:v>
                </c:pt>
                <c:pt idx="28">
                  <c:v>0.64003624200441323</c:v>
                </c:pt>
                <c:pt idx="29">
                  <c:v>0.67258770704728921</c:v>
                </c:pt>
                <c:pt idx="30">
                  <c:v>0.70408473227004842</c:v>
                </c:pt>
                <c:pt idx="31">
                  <c:v>0.73438067372419769</c:v>
                </c:pt>
                <c:pt idx="32">
                  <c:v>0.76335332811932621</c:v>
                </c:pt>
                <c:pt idx="33">
                  <c:v>0.79089620401664762</c:v>
                </c:pt>
                <c:pt idx="34">
                  <c:v>0.81693248791933182</c:v>
                </c:pt>
                <c:pt idx="35">
                  <c:v>0.84140631546604838</c:v>
                </c:pt>
                <c:pt idx="36">
                  <c:v>0.86430022904388137</c:v>
                </c:pt>
                <c:pt idx="37">
                  <c:v>0.88562295745928876</c:v>
                </c:pt>
                <c:pt idx="38">
                  <c:v>0.90542338202843486</c:v>
                </c:pt>
                <c:pt idx="39">
                  <c:v>0.92378704505460751</c:v>
                </c:pt>
                <c:pt idx="40">
                  <c:v>0.94083789558950859</c:v>
                </c:pt>
                <c:pt idx="41">
                  <c:v>0.95675749280746358</c:v>
                </c:pt>
                <c:pt idx="42">
                  <c:v>0.97173612468925419</c:v>
                </c:pt>
                <c:pt idx="43">
                  <c:v>0.98605136728024323</c:v>
                </c:pt>
                <c:pt idx="44">
                  <c:v>1</c:v>
                </c:pt>
                <c:pt idx="45">
                  <c:v>0.98605136728024323</c:v>
                </c:pt>
                <c:pt idx="46">
                  <c:v>0.97173612468925419</c:v>
                </c:pt>
                <c:pt idx="47">
                  <c:v>0.95675749280746358</c:v>
                </c:pt>
                <c:pt idx="48">
                  <c:v>0.94083789558950859</c:v>
                </c:pt>
                <c:pt idx="49">
                  <c:v>0.92378704505460751</c:v>
                </c:pt>
                <c:pt idx="50">
                  <c:v>0.90542338202843486</c:v>
                </c:pt>
                <c:pt idx="51">
                  <c:v>0.88562295745928876</c:v>
                </c:pt>
                <c:pt idx="52">
                  <c:v>0.86430022904388137</c:v>
                </c:pt>
                <c:pt idx="53">
                  <c:v>0.84140631546604838</c:v>
                </c:pt>
                <c:pt idx="54">
                  <c:v>0.81693248791933182</c:v>
                </c:pt>
                <c:pt idx="55">
                  <c:v>0.79089620401664762</c:v>
                </c:pt>
                <c:pt idx="56">
                  <c:v>0.76335332811932621</c:v>
                </c:pt>
                <c:pt idx="57">
                  <c:v>0.73438067372419769</c:v>
                </c:pt>
                <c:pt idx="58">
                  <c:v>0.70408473227004842</c:v>
                </c:pt>
                <c:pt idx="59">
                  <c:v>0.67258770704728921</c:v>
                </c:pt>
                <c:pt idx="60">
                  <c:v>0.64003624200441323</c:v>
                </c:pt>
                <c:pt idx="61">
                  <c:v>0.60658745565766325</c:v>
                </c:pt>
                <c:pt idx="62">
                  <c:v>0.57241766989748888</c:v>
                </c:pt>
                <c:pt idx="63">
                  <c:v>0.53771542694338148</c:v>
                </c:pt>
                <c:pt idx="64">
                  <c:v>0.5026745062987068</c:v>
                </c:pt>
                <c:pt idx="65">
                  <c:v>0.46750439931845478</c:v>
                </c:pt>
                <c:pt idx="66">
                  <c:v>0.43241808888019878</c:v>
                </c:pt>
                <c:pt idx="67">
                  <c:v>0.39763030362280372</c:v>
                </c:pt>
                <c:pt idx="68">
                  <c:v>0.36335577218513437</c:v>
                </c:pt>
                <c:pt idx="69">
                  <c:v>0.32980398592218091</c:v>
                </c:pt>
                <c:pt idx="70">
                  <c:v>0.29717745314376692</c:v>
                </c:pt>
                <c:pt idx="71">
                  <c:v>0.26566820759196669</c:v>
                </c:pt>
                <c:pt idx="72">
                  <c:v>0.23545606267981339</c:v>
                </c:pt>
                <c:pt idx="73">
                  <c:v>0.20670686573000741</c:v>
                </c:pt>
                <c:pt idx="74">
                  <c:v>0.17956726069104209</c:v>
                </c:pt>
                <c:pt idx="75">
                  <c:v>0.1541699254210776</c:v>
                </c:pt>
                <c:pt idx="76">
                  <c:v>0.13061960559760899</c:v>
                </c:pt>
                <c:pt idx="77">
                  <c:v>0.10900184352392379</c:v>
                </c:pt>
                <c:pt idx="78">
                  <c:v>8.9369012038769804E-2</c:v>
                </c:pt>
                <c:pt idx="79">
                  <c:v>7.1743806038937402E-2</c:v>
                </c:pt>
                <c:pt idx="80">
                  <c:v>5.6117496717968743E-2</c:v>
                </c:pt>
                <c:pt idx="81">
                  <c:v>4.2442948520991043E-2</c:v>
                </c:pt>
                <c:pt idx="82">
                  <c:v>3.0681754699589409E-2</c:v>
                </c:pt>
                <c:pt idx="83">
                  <c:v>2.0875813524761821E-2</c:v>
                </c:pt>
                <c:pt idx="84">
                  <c:v>1.3086226641713919E-2</c:v>
                </c:pt>
                <c:pt idx="85">
                  <c:v>7.2658584955727478E-3</c:v>
                </c:pt>
                <c:pt idx="86">
                  <c:v>3.2296583894303979E-3</c:v>
                </c:pt>
                <c:pt idx="87">
                  <c:v>8.1701628446127284E-4</c:v>
                </c:pt>
              </c:numCache>
            </c:numRef>
          </c:xVal>
          <c:yVal>
            <c:numRef>
              <c:f>Sheet1!$B$2:$B$89</c:f>
              <c:numCache>
                <c:formatCode>General</c:formatCode>
                <c:ptCount val="88"/>
                <c:pt idx="0">
                  <c:v>0.61774700000000005</c:v>
                </c:pt>
                <c:pt idx="1">
                  <c:v>0.280061</c:v>
                </c:pt>
                <c:pt idx="2">
                  <c:v>-0.117103</c:v>
                </c:pt>
                <c:pt idx="3">
                  <c:v>-0.50654100000000002</c:v>
                </c:pt>
                <c:pt idx="4">
                  <c:v>-0.86210500000000001</c:v>
                </c:pt>
                <c:pt idx="5">
                  <c:v>-1.1428700000000001</c:v>
                </c:pt>
                <c:pt idx="6">
                  <c:v>-1.3092200000000001</c:v>
                </c:pt>
                <c:pt idx="7">
                  <c:v>-1.36313</c:v>
                </c:pt>
                <c:pt idx="8">
                  <c:v>-1.3480700000000001</c:v>
                </c:pt>
                <c:pt idx="9">
                  <c:v>-1.31498</c:v>
                </c:pt>
                <c:pt idx="10">
                  <c:v>-1.2857700000000001</c:v>
                </c:pt>
                <c:pt idx="11">
                  <c:v>-1.2615099999999999</c:v>
                </c:pt>
                <c:pt idx="12">
                  <c:v>-1.2419</c:v>
                </c:pt>
                <c:pt idx="13">
                  <c:v>-1.22377</c:v>
                </c:pt>
                <c:pt idx="14">
                  <c:v>-1.20703</c:v>
                </c:pt>
                <c:pt idx="15">
                  <c:v>-1.1917899999999999</c:v>
                </c:pt>
                <c:pt idx="16">
                  <c:v>-1.1780299999999999</c:v>
                </c:pt>
                <c:pt idx="17">
                  <c:v>-1.1654100000000001</c:v>
                </c:pt>
                <c:pt idx="18">
                  <c:v>-1.1506400000000001</c:v>
                </c:pt>
                <c:pt idx="19">
                  <c:v>-1.1241000000000001</c:v>
                </c:pt>
                <c:pt idx="20">
                  <c:v>-1.0465199999999999</c:v>
                </c:pt>
                <c:pt idx="21">
                  <c:v>-0.86912800000000001</c:v>
                </c:pt>
                <c:pt idx="22">
                  <c:v>-0.67911900000000003</c:v>
                </c:pt>
                <c:pt idx="23">
                  <c:v>-0.54677500000000001</c:v>
                </c:pt>
                <c:pt idx="24">
                  <c:v>-0.44341000000000003</c:v>
                </c:pt>
                <c:pt idx="25">
                  <c:v>-0.35462100000000002</c:v>
                </c:pt>
                <c:pt idx="26">
                  <c:v>-0.282308</c:v>
                </c:pt>
                <c:pt idx="27">
                  <c:v>-0.226993</c:v>
                </c:pt>
                <c:pt idx="28">
                  <c:v>-0.181841</c:v>
                </c:pt>
                <c:pt idx="29">
                  <c:v>-0.14396700000000001</c:v>
                </c:pt>
                <c:pt idx="30">
                  <c:v>-0.11211</c:v>
                </c:pt>
                <c:pt idx="31">
                  <c:v>-8.4729499999999999E-2</c:v>
                </c:pt>
                <c:pt idx="32">
                  <c:v>-6.0468500000000001E-2</c:v>
                </c:pt>
                <c:pt idx="33">
                  <c:v>-3.8501500000000001E-2</c:v>
                </c:pt>
                <c:pt idx="34">
                  <c:v>-1.8257900000000001E-2</c:v>
                </c:pt>
                <c:pt idx="35">
                  <c:v>5.3954999999999997E-4</c:v>
                </c:pt>
                <c:pt idx="36">
                  <c:v>1.8134500000000001E-2</c:v>
                </c:pt>
                <c:pt idx="37">
                  <c:v>3.4526300000000003E-2</c:v>
                </c:pt>
                <c:pt idx="38">
                  <c:v>4.9726100000000002E-2</c:v>
                </c:pt>
                <c:pt idx="39">
                  <c:v>6.3775100000000001E-2</c:v>
                </c:pt>
                <c:pt idx="40">
                  <c:v>7.6457700000000003E-2</c:v>
                </c:pt>
                <c:pt idx="41">
                  <c:v>8.8434499999999999E-2</c:v>
                </c:pt>
                <c:pt idx="42">
                  <c:v>9.8337400000000005E-2</c:v>
                </c:pt>
                <c:pt idx="43">
                  <c:v>0.10931</c:v>
                </c:pt>
                <c:pt idx="44">
                  <c:v>0.13466</c:v>
                </c:pt>
                <c:pt idx="45">
                  <c:v>0.119058</c:v>
                </c:pt>
                <c:pt idx="46">
                  <c:v>9.8037399999999997E-2</c:v>
                </c:pt>
                <c:pt idx="47">
                  <c:v>7.5643500000000002E-2</c:v>
                </c:pt>
                <c:pt idx="48">
                  <c:v>5.3427500000000003E-2</c:v>
                </c:pt>
                <c:pt idx="49">
                  <c:v>3.1393900000000002E-2</c:v>
                </c:pt>
                <c:pt idx="50">
                  <c:v>9.8855699999999998E-3</c:v>
                </c:pt>
                <c:pt idx="51">
                  <c:v>-1.0534200000000001E-2</c:v>
                </c:pt>
                <c:pt idx="52">
                  <c:v>-2.92123E-2</c:v>
                </c:pt>
                <c:pt idx="53">
                  <c:v>-4.6165100000000001E-2</c:v>
                </c:pt>
                <c:pt idx="54">
                  <c:v>-6.1276200000000003E-2</c:v>
                </c:pt>
                <c:pt idx="55">
                  <c:v>-7.5275099999999998E-2</c:v>
                </c:pt>
                <c:pt idx="56">
                  <c:v>-8.8740299999999994E-2</c:v>
                </c:pt>
                <c:pt idx="57">
                  <c:v>-0.102662</c:v>
                </c:pt>
                <c:pt idx="58">
                  <c:v>-0.11754299999999999</c:v>
                </c:pt>
                <c:pt idx="59">
                  <c:v>-0.133744</c:v>
                </c:pt>
                <c:pt idx="60">
                  <c:v>-0.15082699999999999</c:v>
                </c:pt>
                <c:pt idx="61">
                  <c:v>-0.16784099999999999</c:v>
                </c:pt>
                <c:pt idx="62">
                  <c:v>-0.183</c:v>
                </c:pt>
                <c:pt idx="63">
                  <c:v>-0.194186</c:v>
                </c:pt>
                <c:pt idx="64">
                  <c:v>-0.19928699999999999</c:v>
                </c:pt>
                <c:pt idx="65">
                  <c:v>-0.196964</c:v>
                </c:pt>
                <c:pt idx="66">
                  <c:v>-0.18692400000000001</c:v>
                </c:pt>
                <c:pt idx="67">
                  <c:v>-0.170017</c:v>
                </c:pt>
                <c:pt idx="68">
                  <c:v>-0.14777799999999999</c:v>
                </c:pt>
                <c:pt idx="69">
                  <c:v>-0.122054</c:v>
                </c:pt>
                <c:pt idx="70">
                  <c:v>-9.4592099999999998E-2</c:v>
                </c:pt>
                <c:pt idx="71">
                  <c:v>-6.6703899999999997E-2</c:v>
                </c:pt>
                <c:pt idx="72">
                  <c:v>-3.9056E-2</c:v>
                </c:pt>
                <c:pt idx="73">
                  <c:v>-1.17103E-2</c:v>
                </c:pt>
                <c:pt idx="74">
                  <c:v>1.5789299999999999E-2</c:v>
                </c:pt>
                <c:pt idx="75">
                  <c:v>4.4207499999999997E-2</c:v>
                </c:pt>
                <c:pt idx="76">
                  <c:v>7.4375999999999998E-2</c:v>
                </c:pt>
                <c:pt idx="77">
                  <c:v>0.106887</c:v>
                </c:pt>
                <c:pt idx="78">
                  <c:v>0.14158299999999999</c:v>
                </c:pt>
                <c:pt idx="79">
                  <c:v>0.17835599999999999</c:v>
                </c:pt>
                <c:pt idx="80">
                  <c:v>0.21045700000000001</c:v>
                </c:pt>
                <c:pt idx="81">
                  <c:v>0.22626399999999999</c:v>
                </c:pt>
                <c:pt idx="82">
                  <c:v>0.25331999999999999</c:v>
                </c:pt>
                <c:pt idx="83">
                  <c:v>0.349829</c:v>
                </c:pt>
                <c:pt idx="84">
                  <c:v>0.51868300000000001</c:v>
                </c:pt>
                <c:pt idx="85">
                  <c:v>0.69724600000000003</c:v>
                </c:pt>
                <c:pt idx="86">
                  <c:v>0.81356200000000001</c:v>
                </c:pt>
                <c:pt idx="87">
                  <c:v>0.80385300000000004</c:v>
                </c:pt>
              </c:numCache>
            </c:numRef>
          </c:yVal>
          <c:smooth val="0"/>
          <c:extLst>
            <c:ext xmlns:c16="http://schemas.microsoft.com/office/drawing/2014/chart" uri="{C3380CC4-5D6E-409C-BE32-E72D297353CC}">
              <c16:uniqueId val="{00000000-A361-4A81-88E2-368BBF4EFCD7}"/>
            </c:ext>
          </c:extLst>
        </c:ser>
        <c:ser>
          <c:idx val="0"/>
          <c:order val="1"/>
          <c:tx>
            <c:v>exp</c:v>
          </c:tx>
          <c:spPr>
            <a:ln w="38100" cap="rnd">
              <a:noFill/>
              <a:round/>
            </a:ln>
            <a:effectLst/>
          </c:spPr>
          <c:marker>
            <c:symbol val="circle"/>
            <c:size val="5"/>
            <c:spPr>
              <a:noFill/>
              <a:ln w="9525">
                <a:solidFill>
                  <a:schemeClr val="tx1"/>
                </a:solidFill>
              </a:ln>
              <a:effectLst/>
            </c:spPr>
          </c:marker>
          <c:xVal>
            <c:numRef>
              <c:f>'[통합 문서1.xlsx]Sheet1'!$C$1:$C$34</c:f>
              <c:numCache>
                <c:formatCode>General</c:formatCode>
                <c:ptCount val="3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numCache>
            </c:numRef>
          </c:xVal>
          <c:yVal>
            <c:numRef>
              <c:f>'[통합 문서1.xlsx]Sheet1'!$E$1:$E$34</c:f>
              <c:numCache>
                <c:formatCode>General</c:formatCode>
                <c:ptCount val="3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numCache>
            </c:numRef>
          </c:yVal>
          <c:smooth val="0"/>
          <c:extLst>
            <c:ext xmlns:c16="http://schemas.microsoft.com/office/drawing/2014/chart" uri="{C3380CC4-5D6E-409C-BE32-E72D297353CC}">
              <c16:uniqueId val="{00000001-A361-4A81-88E2-368BBF4EFCD7}"/>
            </c:ext>
          </c:extLst>
        </c:ser>
        <c:dLbls>
          <c:showLegendKey val="0"/>
          <c:showVal val="0"/>
          <c:showCatName val="0"/>
          <c:showSerName val="0"/>
          <c:showPercent val="0"/>
          <c:showBubbleSize val="0"/>
        </c:dLbls>
        <c:axId val="1868719120"/>
        <c:axId val="1868702800"/>
      </c:scatterChart>
      <c:valAx>
        <c:axId val="1868719120"/>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868702800"/>
        <c:crosses val="autoZero"/>
        <c:crossBetween val="midCat"/>
      </c:valAx>
      <c:valAx>
        <c:axId val="1868702800"/>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868719120"/>
        <c:crosses val="autoZero"/>
        <c:crossBetween val="midCat"/>
      </c:valAx>
    </c:plotArea>
    <c:legend>
      <c:legendPos val="r"/>
      <c:layout>
        <c:manualLayout>
          <c:xMode val="edge"/>
          <c:yMode val="edge"/>
          <c:x val="0.84288867016622937"/>
          <c:y val="0.17112058909303005"/>
          <c:w val="0.12377799650043744"/>
          <c:h val="0.16743438320209975"/>
        </c:manualLayout>
      </c:layout>
      <c:overlay val="0"/>
    </c:legend>
    <c:plotVisOnly val="1"/>
    <c:dispBlanksAs val="gap"/>
    <c:showDLblsOverMax val="0"/>
    <c:extLst/>
  </c:chart>
  <c:txPr>
    <a:bodyPr/>
    <a:lstStyle/>
    <a:p>
      <a:pPr>
        <a:defRPr/>
      </a:pPr>
      <a:endParaRPr lang="ko-K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solidFill>
                  <a:schemeClr val="tx1"/>
                </a:solidFill>
              </a:rPr>
              <a:t>sec.80%</a:t>
            </a:r>
            <a:endParaRPr lang="ko-KR" altLang="en-US">
              <a:solidFill>
                <a:schemeClr val="tx1"/>
              </a:solidFill>
            </a:endParaRPr>
          </a:p>
        </c:rich>
      </c:tx>
      <c:overlay val="0"/>
      <c:spPr>
        <a:noFill/>
        <a:ln>
          <a:noFill/>
        </a:ln>
        <a:effectLst/>
      </c:spPr>
    </c:title>
    <c:autoTitleDeleted val="0"/>
    <c:plotArea>
      <c:layout>
        <c:manualLayout>
          <c:layoutTarget val="inner"/>
          <c:xMode val="edge"/>
          <c:yMode val="edge"/>
          <c:x val="8.0539370078740152E-2"/>
          <c:y val="0.17171296296296296"/>
          <c:w val="0.87152996500437441"/>
          <c:h val="0.77736111111111106"/>
        </c:manualLayout>
      </c:layout>
      <c:scatterChart>
        <c:scatterStyle val="lineMarker"/>
        <c:varyColors val="0"/>
        <c:ser>
          <c:idx val="1"/>
          <c:order val="0"/>
          <c:tx>
            <c:v>su2</c:v>
          </c:tx>
          <c:spPr>
            <a:ln>
              <a:solidFill>
                <a:schemeClr val="tx1"/>
              </a:solidFill>
            </a:ln>
          </c:spPr>
          <c:marker>
            <c:symbol val="none"/>
          </c:marker>
          <c:xVal>
            <c:numRef>
              <c:f>Sheet1!$A$2:$A$93</c:f>
              <c:numCache>
                <c:formatCode>General</c:formatCode>
                <c:ptCount val="92"/>
                <c:pt idx="0">
                  <c:v>0</c:v>
                </c:pt>
                <c:pt idx="1">
                  <c:v>8.1491270994128425E-4</c:v>
                </c:pt>
                <c:pt idx="2">
                  <c:v>3.2288267183484638E-3</c:v>
                </c:pt>
                <c:pt idx="3">
                  <c:v>7.2648601162841513E-3</c:v>
                </c:pt>
                <c:pt idx="4">
                  <c:v>1.308483954118299E-2</c:v>
                </c:pt>
                <c:pt idx="5">
                  <c:v>2.0875636229131231E-2</c:v>
                </c:pt>
                <c:pt idx="6">
                  <c:v>3.0679633347075901E-2</c:v>
                </c:pt>
                <c:pt idx="7">
                  <c:v>4.2440962174949991E-2</c:v>
                </c:pt>
                <c:pt idx="8">
                  <c:v>5.6117239545806698E-2</c:v>
                </c:pt>
                <c:pt idx="9">
                  <c:v>6.0370968301244249E-2</c:v>
                </c:pt>
                <c:pt idx="10">
                  <c:v>7.1743142596238776E-2</c:v>
                </c:pt>
                <c:pt idx="11">
                  <c:v>8.9366834015959157E-2</c:v>
                </c:pt>
                <c:pt idx="12">
                  <c:v>0.1089998728504992</c:v>
                </c:pt>
                <c:pt idx="13">
                  <c:v>0.1306191410087964</c:v>
                </c:pt>
                <c:pt idx="14">
                  <c:v>0.15416876977078409</c:v>
                </c:pt>
                <c:pt idx="15">
                  <c:v>0.17956591931015631</c:v>
                </c:pt>
                <c:pt idx="16">
                  <c:v>0.20670463170954431</c:v>
                </c:pt>
                <c:pt idx="17">
                  <c:v>0.23545390445292971</c:v>
                </c:pt>
                <c:pt idx="18">
                  <c:v>0.26566539645599668</c:v>
                </c:pt>
                <c:pt idx="19">
                  <c:v>0.29717535457372168</c:v>
                </c:pt>
                <c:pt idx="20">
                  <c:v>0.32980076058519592</c:v>
                </c:pt>
                <c:pt idx="21">
                  <c:v>0.3633528167467453</c:v>
                </c:pt>
                <c:pt idx="22">
                  <c:v>0.39762731325398698</c:v>
                </c:pt>
                <c:pt idx="23">
                  <c:v>0.4324161872873617</c:v>
                </c:pt>
                <c:pt idx="24">
                  <c:v>0.46750174348936763</c:v>
                </c:pt>
                <c:pt idx="25">
                  <c:v>0.50267206602526815</c:v>
                </c:pt>
                <c:pt idx="26">
                  <c:v>0.53771138604514968</c:v>
                </c:pt>
                <c:pt idx="27">
                  <c:v>0.57241549374462986</c:v>
                </c:pt>
                <c:pt idx="28">
                  <c:v>0.60658595884209188</c:v>
                </c:pt>
                <c:pt idx="29">
                  <c:v>0.64003398359386132</c:v>
                </c:pt>
                <c:pt idx="30">
                  <c:v>0.6725861823169722</c:v>
                </c:pt>
                <c:pt idx="31">
                  <c:v>0.70408265488157751</c:v>
                </c:pt>
                <c:pt idx="32">
                  <c:v>0.73438083972612767</c:v>
                </c:pt>
                <c:pt idx="33">
                  <c:v>0.74413282113918255</c:v>
                </c:pt>
                <c:pt idx="34">
                  <c:v>0.76335358734978065</c:v>
                </c:pt>
                <c:pt idx="35">
                  <c:v>0.79089686634275658</c:v>
                </c:pt>
                <c:pt idx="36">
                  <c:v>0.81693168989392639</c:v>
                </c:pt>
                <c:pt idx="37">
                  <c:v>0.84140796880598923</c:v>
                </c:pt>
                <c:pt idx="38">
                  <c:v>0.86429680546511667</c:v>
                </c:pt>
                <c:pt idx="39">
                  <c:v>0.8856232444699601</c:v>
                </c:pt>
                <c:pt idx="40">
                  <c:v>0.90542774247987745</c:v>
                </c:pt>
                <c:pt idx="41">
                  <c:v>0.9237873597984102</c:v>
                </c:pt>
                <c:pt idx="42">
                  <c:v>0.94083695195675376</c:v>
                </c:pt>
                <c:pt idx="43">
                  <c:v>0.95674990463787424</c:v>
                </c:pt>
                <c:pt idx="44">
                  <c:v>0.97173813367650863</c:v>
                </c:pt>
                <c:pt idx="45">
                  <c:v>0.9860520850591632</c:v>
                </c:pt>
                <c:pt idx="46">
                  <c:v>1</c:v>
                </c:pt>
                <c:pt idx="47">
                  <c:v>0.9860520850591632</c:v>
                </c:pt>
                <c:pt idx="48">
                  <c:v>0.97173813367650863</c:v>
                </c:pt>
                <c:pt idx="49">
                  <c:v>0.95674990463787424</c:v>
                </c:pt>
                <c:pt idx="50">
                  <c:v>0.94083695195675376</c:v>
                </c:pt>
                <c:pt idx="51">
                  <c:v>0.9237873597984102</c:v>
                </c:pt>
                <c:pt idx="52">
                  <c:v>0.90542774247987745</c:v>
                </c:pt>
                <c:pt idx="53">
                  <c:v>0.8856232444699601</c:v>
                </c:pt>
                <c:pt idx="54">
                  <c:v>0.86429680546511667</c:v>
                </c:pt>
                <c:pt idx="55">
                  <c:v>0.84140796880598923</c:v>
                </c:pt>
                <c:pt idx="56">
                  <c:v>0.81693168989392639</c:v>
                </c:pt>
                <c:pt idx="57">
                  <c:v>0.79089686634275658</c:v>
                </c:pt>
                <c:pt idx="58">
                  <c:v>0.76335358734978065</c:v>
                </c:pt>
                <c:pt idx="59">
                  <c:v>0.74413282113918255</c:v>
                </c:pt>
                <c:pt idx="60">
                  <c:v>0.73438083972612767</c:v>
                </c:pt>
                <c:pt idx="61">
                  <c:v>0.70408265488157751</c:v>
                </c:pt>
                <c:pt idx="62">
                  <c:v>0.6725861823169722</c:v>
                </c:pt>
                <c:pt idx="63">
                  <c:v>0.64003398359386132</c:v>
                </c:pt>
                <c:pt idx="64">
                  <c:v>0.60658595884209188</c:v>
                </c:pt>
                <c:pt idx="65">
                  <c:v>0.57241549374462986</c:v>
                </c:pt>
                <c:pt idx="66">
                  <c:v>0.53771138604514968</c:v>
                </c:pt>
                <c:pt idx="67">
                  <c:v>0.50267206602526815</c:v>
                </c:pt>
                <c:pt idx="68">
                  <c:v>0.46750174348936763</c:v>
                </c:pt>
                <c:pt idx="69">
                  <c:v>0.4324161872873617</c:v>
                </c:pt>
                <c:pt idx="70">
                  <c:v>0.39762731325398698</c:v>
                </c:pt>
                <c:pt idx="71">
                  <c:v>0.3633528167467453</c:v>
                </c:pt>
                <c:pt idx="72">
                  <c:v>0.32980076058519592</c:v>
                </c:pt>
                <c:pt idx="73">
                  <c:v>0.29717535457372168</c:v>
                </c:pt>
                <c:pt idx="74">
                  <c:v>0.26566539645599668</c:v>
                </c:pt>
                <c:pt idx="75">
                  <c:v>0.23545390445292971</c:v>
                </c:pt>
                <c:pt idx="76">
                  <c:v>0.20670463170954431</c:v>
                </c:pt>
                <c:pt idx="77">
                  <c:v>0.17956591931015631</c:v>
                </c:pt>
                <c:pt idx="78">
                  <c:v>0.15416876977078409</c:v>
                </c:pt>
                <c:pt idx="79">
                  <c:v>0.1306191410087964</c:v>
                </c:pt>
                <c:pt idx="80">
                  <c:v>0.1089998728504992</c:v>
                </c:pt>
                <c:pt idx="81">
                  <c:v>8.9366834015959157E-2</c:v>
                </c:pt>
                <c:pt idx="82">
                  <c:v>7.1743142596238776E-2</c:v>
                </c:pt>
                <c:pt idx="83">
                  <c:v>6.0370968301244249E-2</c:v>
                </c:pt>
                <c:pt idx="84">
                  <c:v>5.6117239545806698E-2</c:v>
                </c:pt>
                <c:pt idx="85">
                  <c:v>4.2440962174949991E-2</c:v>
                </c:pt>
                <c:pt idx="86">
                  <c:v>3.0679633347075901E-2</c:v>
                </c:pt>
                <c:pt idx="87">
                  <c:v>2.0875636229131231E-2</c:v>
                </c:pt>
                <c:pt idx="88">
                  <c:v>1.308483954118299E-2</c:v>
                </c:pt>
                <c:pt idx="89">
                  <c:v>7.2648601162841513E-3</c:v>
                </c:pt>
                <c:pt idx="90">
                  <c:v>3.2288267183484638E-3</c:v>
                </c:pt>
                <c:pt idx="91">
                  <c:v>8.1491270994128425E-4</c:v>
                </c:pt>
              </c:numCache>
            </c:numRef>
          </c:xVal>
          <c:yVal>
            <c:numRef>
              <c:f>Sheet1!$B$2:$B$93</c:f>
              <c:numCache>
                <c:formatCode>General</c:formatCode>
                <c:ptCount val="92"/>
                <c:pt idx="0">
                  <c:v>0.58214399999999999</c:v>
                </c:pt>
                <c:pt idx="1">
                  <c:v>0.25816899999999998</c:v>
                </c:pt>
                <c:pt idx="2">
                  <c:v>-0.13472999999999999</c:v>
                </c:pt>
                <c:pt idx="3">
                  <c:v>-0.52662600000000004</c:v>
                </c:pt>
                <c:pt idx="4">
                  <c:v>-0.88103299999999996</c:v>
                </c:pt>
                <c:pt idx="5">
                  <c:v>-1.1593599999999999</c:v>
                </c:pt>
                <c:pt idx="6">
                  <c:v>-1.3241400000000001</c:v>
                </c:pt>
                <c:pt idx="7">
                  <c:v>-1.3783799999999999</c:v>
                </c:pt>
                <c:pt idx="8">
                  <c:v>-1.36435</c:v>
                </c:pt>
                <c:pt idx="9">
                  <c:v>-1.35565</c:v>
                </c:pt>
                <c:pt idx="10">
                  <c:v>-1.33239</c:v>
                </c:pt>
                <c:pt idx="11">
                  <c:v>-1.30511</c:v>
                </c:pt>
                <c:pt idx="12">
                  <c:v>-1.2830299999999999</c:v>
                </c:pt>
                <c:pt idx="13">
                  <c:v>-1.2658499999999999</c:v>
                </c:pt>
                <c:pt idx="14">
                  <c:v>-1.24986</c:v>
                </c:pt>
                <c:pt idx="15">
                  <c:v>-1.23756</c:v>
                </c:pt>
                <c:pt idx="16">
                  <c:v>-1.21675</c:v>
                </c:pt>
                <c:pt idx="17">
                  <c:v>-1.17628</c:v>
                </c:pt>
                <c:pt idx="18">
                  <c:v>-1.07772</c:v>
                </c:pt>
                <c:pt idx="19">
                  <c:v>-0.87003799999999998</c:v>
                </c:pt>
                <c:pt idx="20">
                  <c:v>-0.66778800000000005</c:v>
                </c:pt>
                <c:pt idx="21">
                  <c:v>-0.55474100000000004</c:v>
                </c:pt>
                <c:pt idx="22">
                  <c:v>-0.50748700000000002</c:v>
                </c:pt>
                <c:pt idx="23">
                  <c:v>-0.49451699999999998</c:v>
                </c:pt>
                <c:pt idx="24">
                  <c:v>-0.465891</c:v>
                </c:pt>
                <c:pt idx="25">
                  <c:v>-0.42324099999999998</c:v>
                </c:pt>
                <c:pt idx="26">
                  <c:v>-0.37982300000000002</c:v>
                </c:pt>
                <c:pt idx="27">
                  <c:v>-0.33926099999999998</c:v>
                </c:pt>
                <c:pt idx="28">
                  <c:v>-0.30124000000000001</c:v>
                </c:pt>
                <c:pt idx="29">
                  <c:v>-0.26591199999999998</c:v>
                </c:pt>
                <c:pt idx="30">
                  <c:v>-0.23342099999999999</c:v>
                </c:pt>
                <c:pt idx="31">
                  <c:v>-0.20377400000000001</c:v>
                </c:pt>
                <c:pt idx="32">
                  <c:v>-0.17673700000000001</c:v>
                </c:pt>
                <c:pt idx="33">
                  <c:v>-0.168433</c:v>
                </c:pt>
                <c:pt idx="34">
                  <c:v>-0.15182300000000001</c:v>
                </c:pt>
                <c:pt idx="35">
                  <c:v>-0.12892000000000001</c:v>
                </c:pt>
                <c:pt idx="36">
                  <c:v>-0.10807600000000001</c:v>
                </c:pt>
                <c:pt idx="37">
                  <c:v>-8.8949200000000006E-2</c:v>
                </c:pt>
                <c:pt idx="38">
                  <c:v>-7.1750800000000003E-2</c:v>
                </c:pt>
                <c:pt idx="39">
                  <c:v>-5.5778700000000001E-2</c:v>
                </c:pt>
                <c:pt idx="40">
                  <c:v>-4.1902099999999998E-2</c:v>
                </c:pt>
                <c:pt idx="41">
                  <c:v>-2.8307200000000001E-2</c:v>
                </c:pt>
                <c:pt idx="42">
                  <c:v>-1.7671099999999999E-2</c:v>
                </c:pt>
                <c:pt idx="43">
                  <c:v>-5.0261799999999999E-3</c:v>
                </c:pt>
                <c:pt idx="44">
                  <c:v>1.79707E-3</c:v>
                </c:pt>
                <c:pt idx="45">
                  <c:v>1.94053E-2</c:v>
                </c:pt>
                <c:pt idx="46">
                  <c:v>4.46451E-2</c:v>
                </c:pt>
                <c:pt idx="47">
                  <c:v>4.7343099999999999E-2</c:v>
                </c:pt>
                <c:pt idx="48">
                  <c:v>3.4483199999999999E-2</c:v>
                </c:pt>
                <c:pt idx="49">
                  <c:v>1.9985300000000001E-2</c:v>
                </c:pt>
                <c:pt idx="50">
                  <c:v>4.7814299999999997E-3</c:v>
                </c:pt>
                <c:pt idx="51">
                  <c:v>-1.07423E-2</c:v>
                </c:pt>
                <c:pt idx="52">
                  <c:v>-2.6166499999999999E-2</c:v>
                </c:pt>
                <c:pt idx="53">
                  <c:v>-4.10593E-2</c:v>
                </c:pt>
                <c:pt idx="54">
                  <c:v>-5.4723500000000001E-2</c:v>
                </c:pt>
                <c:pt idx="55">
                  <c:v>-6.7403400000000002E-2</c:v>
                </c:pt>
                <c:pt idx="56">
                  <c:v>-7.8978900000000005E-2</c:v>
                </c:pt>
                <c:pt idx="57">
                  <c:v>-9.0343400000000004E-2</c:v>
                </c:pt>
                <c:pt idx="58">
                  <c:v>-0.102046</c:v>
                </c:pt>
                <c:pt idx="59">
                  <c:v>-0.110745</c:v>
                </c:pt>
                <c:pt idx="60">
                  <c:v>-0.115163</c:v>
                </c:pt>
                <c:pt idx="61">
                  <c:v>-0.13017300000000001</c:v>
                </c:pt>
                <c:pt idx="62">
                  <c:v>-0.147531</c:v>
                </c:pt>
                <c:pt idx="63">
                  <c:v>-0.166848</c:v>
                </c:pt>
                <c:pt idx="64">
                  <c:v>-0.187195</c:v>
                </c:pt>
                <c:pt idx="65">
                  <c:v>-0.206705</c:v>
                </c:pt>
                <c:pt idx="66">
                  <c:v>-0.222993</c:v>
                </c:pt>
                <c:pt idx="67">
                  <c:v>-0.23340900000000001</c:v>
                </c:pt>
                <c:pt idx="68">
                  <c:v>-0.23594000000000001</c:v>
                </c:pt>
                <c:pt idx="69">
                  <c:v>-0.229711</c:v>
                </c:pt>
                <c:pt idx="70">
                  <c:v>-0.21529100000000001</c:v>
                </c:pt>
                <c:pt idx="71">
                  <c:v>-0.19420699999999999</c:v>
                </c:pt>
                <c:pt idx="72">
                  <c:v>-0.16834199999999999</c:v>
                </c:pt>
                <c:pt idx="73">
                  <c:v>-0.139573</c:v>
                </c:pt>
                <c:pt idx="74">
                  <c:v>-0.10953300000000001</c:v>
                </c:pt>
                <c:pt idx="75">
                  <c:v>-7.9215599999999997E-2</c:v>
                </c:pt>
                <c:pt idx="76">
                  <c:v>-4.8930399999999999E-2</c:v>
                </c:pt>
                <c:pt idx="77">
                  <c:v>-1.8409399999999999E-2</c:v>
                </c:pt>
                <c:pt idx="78">
                  <c:v>1.2970199999999999E-2</c:v>
                </c:pt>
                <c:pt idx="79">
                  <c:v>4.5955700000000002E-2</c:v>
                </c:pt>
                <c:pt idx="80">
                  <c:v>8.1089400000000006E-2</c:v>
                </c:pt>
                <c:pt idx="81">
                  <c:v>0.118203</c:v>
                </c:pt>
                <c:pt idx="82">
                  <c:v>0.15718799999999999</c:v>
                </c:pt>
                <c:pt idx="83">
                  <c:v>0.182003</c:v>
                </c:pt>
                <c:pt idx="84">
                  <c:v>0.19125400000000001</c:v>
                </c:pt>
                <c:pt idx="85">
                  <c:v>0.208895</c:v>
                </c:pt>
                <c:pt idx="86">
                  <c:v>0.23860200000000001</c:v>
                </c:pt>
                <c:pt idx="87">
                  <c:v>0.33787099999999998</c:v>
                </c:pt>
                <c:pt idx="88">
                  <c:v>0.50855600000000001</c:v>
                </c:pt>
                <c:pt idx="89">
                  <c:v>0.686168</c:v>
                </c:pt>
                <c:pt idx="90">
                  <c:v>0.80022499999999996</c:v>
                </c:pt>
                <c:pt idx="91">
                  <c:v>0.78061199999999997</c:v>
                </c:pt>
              </c:numCache>
            </c:numRef>
          </c:yVal>
          <c:smooth val="0"/>
          <c:extLst>
            <c:ext xmlns:c16="http://schemas.microsoft.com/office/drawing/2014/chart" uri="{C3380CC4-5D6E-409C-BE32-E72D297353CC}">
              <c16:uniqueId val="{00000000-CDB1-43F4-85C5-756AB8E28B0D}"/>
            </c:ext>
          </c:extLst>
        </c:ser>
        <c:ser>
          <c:idx val="0"/>
          <c:order val="1"/>
          <c:tx>
            <c:v>exp</c:v>
          </c:tx>
          <c:spPr>
            <a:ln w="28575" cap="rnd">
              <a:noFill/>
              <a:round/>
            </a:ln>
            <a:effectLst/>
          </c:spPr>
          <c:marker>
            <c:symbol val="circle"/>
            <c:size val="5"/>
            <c:spPr>
              <a:noFill/>
              <a:ln w="9525">
                <a:solidFill>
                  <a:schemeClr val="tx1"/>
                </a:solidFill>
              </a:ln>
              <a:effectLst/>
            </c:spPr>
          </c:marker>
          <c:xVal>
            <c:numRef>
              <c:f>Sheet1!$F$1:$F$92</c:f>
              <c:numCache>
                <c:formatCode>0.00E+00</c:formatCode>
                <c:ptCount val="92"/>
                <c:pt idx="0">
                  <c:v>0.82223000000000002</c:v>
                </c:pt>
                <c:pt idx="1">
                  <c:v>0.67215999999999998</c:v>
                </c:pt>
                <c:pt idx="2">
                  <c:v>0.57230000000000003</c:v>
                </c:pt>
                <c:pt idx="3">
                  <c:v>0.47220000000000001</c:v>
                </c:pt>
                <c:pt idx="4">
                  <c:v>0.37235000000000001</c:v>
                </c:pt>
                <c:pt idx="5">
                  <c:v>0.27229999999999999</c:v>
                </c:pt>
                <c:pt idx="6">
                  <c:v>0.17241999999999999</c:v>
                </c:pt>
                <c:pt idx="7">
                  <c:v>5.0169999999999999E-2</c:v>
                </c:pt>
                <c:pt idx="8">
                  <c:v>1.9990000000000001E-2</c:v>
                </c:pt>
                <c:pt idx="9">
                  <c:v>6.11E-3</c:v>
                </c:pt>
                <c:pt idx="10">
                  <c:v>0</c:v>
                </c:pt>
                <c:pt idx="11">
                  <c:v>2.0999999999999999E-3</c:v>
                </c:pt>
                <c:pt idx="12">
                  <c:v>8.9300000000000004E-3</c:v>
                </c:pt>
                <c:pt idx="13">
                  <c:v>2.0119999999999999E-2</c:v>
                </c:pt>
                <c:pt idx="14">
                  <c:v>3.5299999999999998E-2</c:v>
                </c:pt>
                <c:pt idx="15">
                  <c:v>6.0109999999999997E-2</c:v>
                </c:pt>
                <c:pt idx="16">
                  <c:v>0.10019</c:v>
                </c:pt>
                <c:pt idx="17">
                  <c:v>0.15024000000000001</c:v>
                </c:pt>
                <c:pt idx="18">
                  <c:v>0.20016</c:v>
                </c:pt>
                <c:pt idx="19">
                  <c:v>0.25020999999999999</c:v>
                </c:pt>
                <c:pt idx="20">
                  <c:v>0.30020999999999998</c:v>
                </c:pt>
                <c:pt idx="21">
                  <c:v>0.35015000000000002</c:v>
                </c:pt>
                <c:pt idx="22">
                  <c:v>0.39977000000000001</c:v>
                </c:pt>
                <c:pt idx="23">
                  <c:v>0.45008999999999999</c:v>
                </c:pt>
                <c:pt idx="24">
                  <c:v>0.50019999999999998</c:v>
                </c:pt>
                <c:pt idx="25">
                  <c:v>0.55032999999999999</c:v>
                </c:pt>
                <c:pt idx="26">
                  <c:v>0.60018000000000005</c:v>
                </c:pt>
                <c:pt idx="27">
                  <c:v>0.65015000000000001</c:v>
                </c:pt>
                <c:pt idx="28">
                  <c:v>0.70977000000000001</c:v>
                </c:pt>
                <c:pt idx="29">
                  <c:v>0.78012000000000004</c:v>
                </c:pt>
                <c:pt idx="30">
                  <c:v>0.85009999999999997</c:v>
                </c:pt>
                <c:pt idx="31">
                  <c:v>0.92005000000000003</c:v>
                </c:pt>
                <c:pt idx="32">
                  <c:v>0.98497999999999997</c:v>
                </c:pt>
              </c:numCache>
            </c:numRef>
          </c:xVal>
          <c:yVal>
            <c:numRef>
              <c:f>Sheet1!$G$1:$G$92</c:f>
              <c:numCache>
                <c:formatCode>0.00E+00</c:formatCode>
                <c:ptCount val="92"/>
                <c:pt idx="0">
                  <c:v>-3.3512E-2</c:v>
                </c:pt>
                <c:pt idx="1">
                  <c:v>-0.12284</c:v>
                </c:pt>
                <c:pt idx="2">
                  <c:v>-0.16786999999999999</c:v>
                </c:pt>
                <c:pt idx="3">
                  <c:v>-0.20757999999999999</c:v>
                </c:pt>
                <c:pt idx="4">
                  <c:v>-0.15876999999999999</c:v>
                </c:pt>
                <c:pt idx="5">
                  <c:v>-7.8062000000000006E-2</c:v>
                </c:pt>
                <c:pt idx="6">
                  <c:v>2.8618999999999999E-2</c:v>
                </c:pt>
                <c:pt idx="7">
                  <c:v>0.21917</c:v>
                </c:pt>
                <c:pt idx="8">
                  <c:v>0.35579</c:v>
                </c:pt>
                <c:pt idx="9">
                  <c:v>0.74529000000000001</c:v>
                </c:pt>
                <c:pt idx="10">
                  <c:v>0.61580000000000001</c:v>
                </c:pt>
                <c:pt idx="11">
                  <c:v>5.8233E-2</c:v>
                </c:pt>
                <c:pt idx="12">
                  <c:v>-0.62924000000000002</c:v>
                </c:pt>
                <c:pt idx="13">
                  <c:v>-1.2060999999999999</c:v>
                </c:pt>
                <c:pt idx="14">
                  <c:v>-1.4225000000000001</c:v>
                </c:pt>
                <c:pt idx="15">
                  <c:v>-1.3959999999999999</c:v>
                </c:pt>
                <c:pt idx="16">
                  <c:v>-1.3355999999999999</c:v>
                </c:pt>
                <c:pt idx="17">
                  <c:v>-1.2884</c:v>
                </c:pt>
                <c:pt idx="18">
                  <c:v>-1.2059</c:v>
                </c:pt>
                <c:pt idx="19">
                  <c:v>-0.80847000000000002</c:v>
                </c:pt>
                <c:pt idx="20">
                  <c:v>-0.69626999999999994</c:v>
                </c:pt>
                <c:pt idx="21">
                  <c:v>-0.63836999999999999</c:v>
                </c:pt>
                <c:pt idx="22">
                  <c:v>-0.59726999999999997</c:v>
                </c:pt>
                <c:pt idx="23">
                  <c:v>-0.55698000000000003</c:v>
                </c:pt>
                <c:pt idx="24">
                  <c:v>-0.48610999999999999</c:v>
                </c:pt>
                <c:pt idx="25">
                  <c:v>-0.41114000000000001</c:v>
                </c:pt>
                <c:pt idx="26">
                  <c:v>-0.32504</c:v>
                </c:pt>
                <c:pt idx="27">
                  <c:v>-0.25480999999999998</c:v>
                </c:pt>
                <c:pt idx="28">
                  <c:v>-0.15323000000000001</c:v>
                </c:pt>
                <c:pt idx="29">
                  <c:v>-8.1320000000000003E-2</c:v>
                </c:pt>
                <c:pt idx="30">
                  <c:v>-5.0915999999999999E-3</c:v>
                </c:pt>
                <c:pt idx="31">
                  <c:v>4.4006999999999998E-2</c:v>
                </c:pt>
                <c:pt idx="32">
                  <c:v>9.3492000000000006E-2</c:v>
                </c:pt>
              </c:numCache>
            </c:numRef>
          </c:yVal>
          <c:smooth val="0"/>
          <c:extLst>
            <c:ext xmlns:c16="http://schemas.microsoft.com/office/drawing/2014/chart" uri="{C3380CC4-5D6E-409C-BE32-E72D297353CC}">
              <c16:uniqueId val="{00000001-CDB1-43F4-85C5-756AB8E28B0D}"/>
            </c:ext>
          </c:extLst>
        </c:ser>
        <c:dLbls>
          <c:showLegendKey val="0"/>
          <c:showVal val="0"/>
          <c:showCatName val="0"/>
          <c:showSerName val="0"/>
          <c:showPercent val="0"/>
          <c:showBubbleSize val="0"/>
        </c:dLbls>
        <c:axId val="846345135"/>
        <c:axId val="846339375"/>
      </c:scatterChart>
      <c:valAx>
        <c:axId val="846345135"/>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846339375"/>
        <c:crosses val="autoZero"/>
        <c:crossBetween val="midCat"/>
      </c:valAx>
      <c:valAx>
        <c:axId val="846339375"/>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846345135"/>
        <c:crosses val="autoZero"/>
        <c:crossBetween val="midCat"/>
      </c:valAx>
    </c:plotArea>
    <c:legend>
      <c:legendPos val="r"/>
      <c:layout>
        <c:manualLayout>
          <c:xMode val="edge"/>
          <c:yMode val="edge"/>
          <c:x val="0.82622200349956265"/>
          <c:y val="0.17112058909303005"/>
          <c:w val="0.12377799650043744"/>
          <c:h val="0.16743438320209975"/>
        </c:manualLayout>
      </c:layout>
      <c:overlay val="0"/>
      <c:spPr>
        <a:ln>
          <a:solidFill>
            <a:schemeClr val="tx1"/>
          </a:solidFill>
        </a:ln>
      </c:spPr>
    </c:legend>
    <c:plotVisOnly val="1"/>
    <c:dispBlanksAs val="gap"/>
    <c:showDLblsOverMax val="0"/>
    <c:extLst/>
  </c:chart>
  <c:txPr>
    <a:bodyPr/>
    <a:lstStyle/>
    <a:p>
      <a:pPr>
        <a:defRPr/>
      </a:pPr>
      <a:endParaRPr lang="ko-K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solidFill>
                  <a:schemeClr val="tx1"/>
                </a:solidFill>
              </a:rPr>
              <a:t>sec.90%</a:t>
            </a:r>
            <a:endParaRPr lang="ko-KR" altLang="en-US">
              <a:solidFill>
                <a:schemeClr val="tx1"/>
              </a:solidFill>
            </a:endParaRPr>
          </a:p>
        </c:rich>
      </c:tx>
      <c:overlay val="0"/>
      <c:spPr>
        <a:noFill/>
        <a:ln>
          <a:noFill/>
        </a:ln>
        <a:effectLst/>
      </c:spPr>
    </c:title>
    <c:autoTitleDeleted val="0"/>
    <c:plotArea>
      <c:layout>
        <c:manualLayout>
          <c:layoutTarget val="inner"/>
          <c:xMode val="edge"/>
          <c:yMode val="edge"/>
          <c:x val="8.0539370078740152E-2"/>
          <c:y val="0.17171296296296296"/>
          <c:w val="0.87986329833770793"/>
          <c:h val="0.77736111111111106"/>
        </c:manualLayout>
      </c:layout>
      <c:scatterChart>
        <c:scatterStyle val="lineMarker"/>
        <c:varyColors val="0"/>
        <c:ser>
          <c:idx val="1"/>
          <c:order val="0"/>
          <c:tx>
            <c:v>su2</c:v>
          </c:tx>
          <c:spPr>
            <a:ln>
              <a:solidFill>
                <a:schemeClr val="tx1"/>
              </a:solidFill>
            </a:ln>
          </c:spPr>
          <c:marker>
            <c:symbol val="none"/>
          </c:marker>
          <c:xVal>
            <c:numRef>
              <c:f>Sheet1!$A$2:$A$89</c:f>
              <c:numCache>
                <c:formatCode>General</c:formatCode>
                <c:ptCount val="88"/>
                <c:pt idx="0">
                  <c:v>0</c:v>
                </c:pt>
                <c:pt idx="1">
                  <c:v>8.1747703820832663E-4</c:v>
                </c:pt>
                <c:pt idx="2">
                  <c:v>3.2285169103921109E-3</c:v>
                </c:pt>
                <c:pt idx="3">
                  <c:v>7.2662326105043563E-3</c:v>
                </c:pt>
                <c:pt idx="4">
                  <c:v>1.3085841297698389E-2</c:v>
                </c:pt>
                <c:pt idx="5">
                  <c:v>2.0875673125080339E-2</c:v>
                </c:pt>
                <c:pt idx="6">
                  <c:v>3.0681258459335121E-2</c:v>
                </c:pt>
                <c:pt idx="7">
                  <c:v>4.2442579998923993E-2</c:v>
                </c:pt>
                <c:pt idx="8">
                  <c:v>5.6118246501405289E-2</c:v>
                </c:pt>
                <c:pt idx="9">
                  <c:v>7.1743440522854127E-2</c:v>
                </c:pt>
                <c:pt idx="10">
                  <c:v>8.9367831554199875E-2</c:v>
                </c:pt>
                <c:pt idx="11">
                  <c:v>0.1090017674060524</c:v>
                </c:pt>
                <c:pt idx="12">
                  <c:v>0.13062041333294711</c:v>
                </c:pt>
                <c:pt idx="13">
                  <c:v>0.15416996071971101</c:v>
                </c:pt>
                <c:pt idx="14">
                  <c:v>0.17956762708146209</c:v>
                </c:pt>
                <c:pt idx="15">
                  <c:v>0.20670579518785431</c:v>
                </c:pt>
                <c:pt idx="16">
                  <c:v>0.2354561521873203</c:v>
                </c:pt>
                <c:pt idx="17">
                  <c:v>0.26566762004495098</c:v>
                </c:pt>
                <c:pt idx="18">
                  <c:v>0.29717670335310448</c:v>
                </c:pt>
                <c:pt idx="19">
                  <c:v>0.32980335020716323</c:v>
                </c:pt>
                <c:pt idx="20">
                  <c:v>0.3633550913297765</c:v>
                </c:pt>
                <c:pt idx="21">
                  <c:v>0.39762910963298398</c:v>
                </c:pt>
                <c:pt idx="22">
                  <c:v>0.4324163793424588</c:v>
                </c:pt>
                <c:pt idx="23">
                  <c:v>0.46750373555963037</c:v>
                </c:pt>
                <c:pt idx="24">
                  <c:v>0.50267387426168375</c:v>
                </c:pt>
                <c:pt idx="25">
                  <c:v>0.53771363055004828</c:v>
                </c:pt>
                <c:pt idx="26">
                  <c:v>0.57241604821251935</c:v>
                </c:pt>
                <c:pt idx="27">
                  <c:v>0.60658658840962432</c:v>
                </c:pt>
                <c:pt idx="28">
                  <c:v>0.64003485142613525</c:v>
                </c:pt>
                <c:pt idx="29">
                  <c:v>0.67258699404380018</c:v>
                </c:pt>
                <c:pt idx="30">
                  <c:v>0.70408159041709972</c:v>
                </c:pt>
                <c:pt idx="31">
                  <c:v>0.73437997988385628</c:v>
                </c:pt>
                <c:pt idx="32">
                  <c:v>0.76335178003038118</c:v>
                </c:pt>
                <c:pt idx="33">
                  <c:v>0.79089144318845017</c:v>
                </c:pt>
                <c:pt idx="34">
                  <c:v>0.81692653468379162</c:v>
                </c:pt>
                <c:pt idx="35">
                  <c:v>0.84140945458759842</c:v>
                </c:pt>
                <c:pt idx="36">
                  <c:v>0.86429881165742972</c:v>
                </c:pt>
                <c:pt idx="37">
                  <c:v>0.88561530151450574</c:v>
                </c:pt>
                <c:pt idx="38">
                  <c:v>0.90542101102248773</c:v>
                </c:pt>
                <c:pt idx="39">
                  <c:v>0.92377802704503797</c:v>
                </c:pt>
                <c:pt idx="40">
                  <c:v>0.94083121893069888</c:v>
                </c:pt>
                <c:pt idx="41">
                  <c:v>0.95674615164923427</c:v>
                </c:pt>
                <c:pt idx="42">
                  <c:v>0.97172978141284871</c:v>
                </c:pt>
                <c:pt idx="43">
                  <c:v>0.98605115129740861</c:v>
                </c:pt>
                <c:pt idx="44">
                  <c:v>1</c:v>
                </c:pt>
                <c:pt idx="45">
                  <c:v>0.98605115129740861</c:v>
                </c:pt>
                <c:pt idx="46">
                  <c:v>0.97172978141284871</c:v>
                </c:pt>
                <c:pt idx="47">
                  <c:v>0.95674615164923427</c:v>
                </c:pt>
                <c:pt idx="48">
                  <c:v>0.94083121893069888</c:v>
                </c:pt>
                <c:pt idx="49">
                  <c:v>0.92377802704503797</c:v>
                </c:pt>
                <c:pt idx="50">
                  <c:v>0.90542101102248773</c:v>
                </c:pt>
                <c:pt idx="51">
                  <c:v>0.88561530151450574</c:v>
                </c:pt>
                <c:pt idx="52">
                  <c:v>0.86429881165742972</c:v>
                </c:pt>
                <c:pt idx="53">
                  <c:v>0.84140945458759842</c:v>
                </c:pt>
                <c:pt idx="54">
                  <c:v>0.81692653468379162</c:v>
                </c:pt>
                <c:pt idx="55">
                  <c:v>0.79089144318845017</c:v>
                </c:pt>
                <c:pt idx="56">
                  <c:v>0.76335178003038118</c:v>
                </c:pt>
                <c:pt idx="57">
                  <c:v>0.73437997988385628</c:v>
                </c:pt>
                <c:pt idx="58">
                  <c:v>0.70408159041709972</c:v>
                </c:pt>
                <c:pt idx="59">
                  <c:v>0.67258699404380018</c:v>
                </c:pt>
                <c:pt idx="60">
                  <c:v>0.64003485142613525</c:v>
                </c:pt>
                <c:pt idx="61">
                  <c:v>0.60658658840962432</c:v>
                </c:pt>
                <c:pt idx="62">
                  <c:v>0.57241604821251935</c:v>
                </c:pt>
                <c:pt idx="63">
                  <c:v>0.53771363055004828</c:v>
                </c:pt>
                <c:pt idx="64">
                  <c:v>0.50267387426168375</c:v>
                </c:pt>
                <c:pt idx="65">
                  <c:v>0.46750373555963037</c:v>
                </c:pt>
                <c:pt idx="66">
                  <c:v>0.4324163793424588</c:v>
                </c:pt>
                <c:pt idx="67">
                  <c:v>0.39762910963298398</c:v>
                </c:pt>
                <c:pt idx="68">
                  <c:v>0.3633550913297765</c:v>
                </c:pt>
                <c:pt idx="69">
                  <c:v>0.32980335020716323</c:v>
                </c:pt>
                <c:pt idx="70">
                  <c:v>0.29717670335310448</c:v>
                </c:pt>
                <c:pt idx="71">
                  <c:v>0.26566762004495098</c:v>
                </c:pt>
                <c:pt idx="72">
                  <c:v>0.2354561521873203</c:v>
                </c:pt>
                <c:pt idx="73">
                  <c:v>0.20670579518785431</c:v>
                </c:pt>
                <c:pt idx="74">
                  <c:v>0.17956762708146209</c:v>
                </c:pt>
                <c:pt idx="75">
                  <c:v>0.15416996071971101</c:v>
                </c:pt>
                <c:pt idx="76">
                  <c:v>0.13062041333294711</c:v>
                </c:pt>
                <c:pt idx="77">
                  <c:v>0.1090017674060524</c:v>
                </c:pt>
                <c:pt idx="78">
                  <c:v>8.9367831554199875E-2</c:v>
                </c:pt>
                <c:pt idx="79">
                  <c:v>7.1743440522854127E-2</c:v>
                </c:pt>
                <c:pt idx="80">
                  <c:v>5.6118246501405289E-2</c:v>
                </c:pt>
                <c:pt idx="81">
                  <c:v>4.2442579998923993E-2</c:v>
                </c:pt>
                <c:pt idx="82">
                  <c:v>3.0681258459335121E-2</c:v>
                </c:pt>
                <c:pt idx="83">
                  <c:v>2.0875673125080339E-2</c:v>
                </c:pt>
                <c:pt idx="84">
                  <c:v>1.3085841297698389E-2</c:v>
                </c:pt>
                <c:pt idx="85">
                  <c:v>7.2662326105043563E-3</c:v>
                </c:pt>
                <c:pt idx="86">
                  <c:v>3.2285169103921109E-3</c:v>
                </c:pt>
                <c:pt idx="87">
                  <c:v>8.1747703820832663E-4</c:v>
                </c:pt>
              </c:numCache>
            </c:numRef>
          </c:xVal>
          <c:yVal>
            <c:numRef>
              <c:f>Sheet1!$B$2:$B$89</c:f>
              <c:numCache>
                <c:formatCode>General</c:formatCode>
                <c:ptCount val="88"/>
                <c:pt idx="0">
                  <c:v>0.54806600000000005</c:v>
                </c:pt>
                <c:pt idx="1">
                  <c:v>0.24324699999999999</c:v>
                </c:pt>
                <c:pt idx="2">
                  <c:v>-0.14327400000000001</c:v>
                </c:pt>
                <c:pt idx="3">
                  <c:v>-0.53815900000000005</c:v>
                </c:pt>
                <c:pt idx="4">
                  <c:v>-0.89207199999999998</c:v>
                </c:pt>
                <c:pt idx="5">
                  <c:v>-1.16899</c:v>
                </c:pt>
                <c:pt idx="6">
                  <c:v>-1.33327</c:v>
                </c:pt>
                <c:pt idx="7">
                  <c:v>-1.38836</c:v>
                </c:pt>
                <c:pt idx="8">
                  <c:v>-1.3764099999999999</c:v>
                </c:pt>
                <c:pt idx="9">
                  <c:v>-1.34632</c:v>
                </c:pt>
                <c:pt idx="10">
                  <c:v>-1.32237</c:v>
                </c:pt>
                <c:pt idx="11">
                  <c:v>-1.3040799999999999</c:v>
                </c:pt>
                <c:pt idx="12">
                  <c:v>-1.2761100000000001</c:v>
                </c:pt>
                <c:pt idx="13">
                  <c:v>-1.20886</c:v>
                </c:pt>
                <c:pt idx="14">
                  <c:v>-1.0441499999999999</c:v>
                </c:pt>
                <c:pt idx="15">
                  <c:v>-0.77555799999999997</c:v>
                </c:pt>
                <c:pt idx="16">
                  <c:v>-0.57827399999999995</c:v>
                </c:pt>
                <c:pt idx="17">
                  <c:v>-0.50329400000000002</c:v>
                </c:pt>
                <c:pt idx="18">
                  <c:v>-0.48420800000000003</c:v>
                </c:pt>
                <c:pt idx="19">
                  <c:v>-0.48031200000000002</c:v>
                </c:pt>
                <c:pt idx="20">
                  <c:v>-0.47035700000000003</c:v>
                </c:pt>
                <c:pt idx="21">
                  <c:v>-0.45119399999999998</c:v>
                </c:pt>
                <c:pt idx="22">
                  <c:v>-0.41738500000000001</c:v>
                </c:pt>
                <c:pt idx="23">
                  <c:v>-0.38093700000000003</c:v>
                </c:pt>
                <c:pt idx="24">
                  <c:v>-0.34526600000000002</c:v>
                </c:pt>
                <c:pt idx="25">
                  <c:v>-0.31194699999999997</c:v>
                </c:pt>
                <c:pt idx="26">
                  <c:v>-0.28059800000000001</c:v>
                </c:pt>
                <c:pt idx="27">
                  <c:v>-0.25306400000000001</c:v>
                </c:pt>
                <c:pt idx="28">
                  <c:v>-0.228856</c:v>
                </c:pt>
                <c:pt idx="29">
                  <c:v>-0.20735999999999999</c:v>
                </c:pt>
                <c:pt idx="30">
                  <c:v>-0.18798300000000001</c:v>
                </c:pt>
                <c:pt idx="31">
                  <c:v>-0.170542</c:v>
                </c:pt>
                <c:pt idx="32">
                  <c:v>-0.15489</c:v>
                </c:pt>
                <c:pt idx="33">
                  <c:v>-0.140818</c:v>
                </c:pt>
                <c:pt idx="34">
                  <c:v>-0.128409</c:v>
                </c:pt>
                <c:pt idx="35">
                  <c:v>-0.11725099999999999</c:v>
                </c:pt>
                <c:pt idx="36">
                  <c:v>-0.10781499999999999</c:v>
                </c:pt>
                <c:pt idx="37">
                  <c:v>-9.8882499999999998E-2</c:v>
                </c:pt>
                <c:pt idx="38">
                  <c:v>-9.20546E-2</c:v>
                </c:pt>
                <c:pt idx="39">
                  <c:v>-8.3915799999999999E-2</c:v>
                </c:pt>
                <c:pt idx="40">
                  <c:v>-7.9479599999999997E-2</c:v>
                </c:pt>
                <c:pt idx="41">
                  <c:v>-6.9179299999999999E-2</c:v>
                </c:pt>
                <c:pt idx="42">
                  <c:v>-6.7637799999999998E-2</c:v>
                </c:pt>
                <c:pt idx="43">
                  <c:v>-4.5274300000000003E-2</c:v>
                </c:pt>
                <c:pt idx="44">
                  <c:v>-2.5190899999999999E-2</c:v>
                </c:pt>
                <c:pt idx="45">
                  <c:v>-9.7396300000000009E-3</c:v>
                </c:pt>
                <c:pt idx="46">
                  <c:v>-1.7009900000000001E-2</c:v>
                </c:pt>
                <c:pt idx="47">
                  <c:v>-2.5698599999999999E-2</c:v>
                </c:pt>
                <c:pt idx="48">
                  <c:v>-3.5676600000000003E-2</c:v>
                </c:pt>
                <c:pt idx="49">
                  <c:v>-4.5994199999999999E-2</c:v>
                </c:pt>
                <c:pt idx="50">
                  <c:v>-5.6284300000000002E-2</c:v>
                </c:pt>
                <c:pt idx="51">
                  <c:v>-6.6177100000000003E-2</c:v>
                </c:pt>
                <c:pt idx="52">
                  <c:v>-7.4940900000000005E-2</c:v>
                </c:pt>
                <c:pt idx="53">
                  <c:v>-8.3004499999999995E-2</c:v>
                </c:pt>
                <c:pt idx="54">
                  <c:v>-9.0200699999999995E-2</c:v>
                </c:pt>
                <c:pt idx="55">
                  <c:v>-9.7550999999999999E-2</c:v>
                </c:pt>
                <c:pt idx="56">
                  <c:v>-0.10553899999999999</c:v>
                </c:pt>
                <c:pt idx="57">
                  <c:v>-0.115355</c:v>
                </c:pt>
                <c:pt idx="58">
                  <c:v>-0.127555</c:v>
                </c:pt>
                <c:pt idx="59">
                  <c:v>-0.14274300000000001</c:v>
                </c:pt>
                <c:pt idx="60">
                  <c:v>-0.16075600000000001</c:v>
                </c:pt>
                <c:pt idx="61">
                  <c:v>-0.181202</c:v>
                </c:pt>
                <c:pt idx="62">
                  <c:v>-0.20303099999999999</c:v>
                </c:pt>
                <c:pt idx="63">
                  <c:v>-0.224605</c:v>
                </c:pt>
                <c:pt idx="64">
                  <c:v>-0.24357799999999999</c:v>
                </c:pt>
                <c:pt idx="65">
                  <c:v>-0.25755899999999998</c:v>
                </c:pt>
                <c:pt idx="66">
                  <c:v>-0.26452399999999998</c:v>
                </c:pt>
                <c:pt idx="67">
                  <c:v>-0.26355200000000001</c:v>
                </c:pt>
                <c:pt idx="68">
                  <c:v>-0.254857</c:v>
                </c:pt>
                <c:pt idx="69">
                  <c:v>-0.239535</c:v>
                </c:pt>
                <c:pt idx="70">
                  <c:v>-0.21898400000000001</c:v>
                </c:pt>
                <c:pt idx="71">
                  <c:v>-0.194551</c:v>
                </c:pt>
                <c:pt idx="72">
                  <c:v>-0.167127</c:v>
                </c:pt>
                <c:pt idx="73">
                  <c:v>-0.13714399999999999</c:v>
                </c:pt>
                <c:pt idx="74">
                  <c:v>-0.104805</c:v>
                </c:pt>
                <c:pt idx="75">
                  <c:v>-7.0061999999999999E-2</c:v>
                </c:pt>
                <c:pt idx="76">
                  <c:v>-3.2689299999999998E-2</c:v>
                </c:pt>
                <c:pt idx="77">
                  <c:v>7.3691199999999998E-3</c:v>
                </c:pt>
                <c:pt idx="78">
                  <c:v>4.9553899999999998E-2</c:v>
                </c:pt>
                <c:pt idx="79">
                  <c:v>9.3433699999999995E-2</c:v>
                </c:pt>
                <c:pt idx="80">
                  <c:v>0.131713</c:v>
                </c:pt>
                <c:pt idx="81">
                  <c:v>0.15252099999999999</c:v>
                </c:pt>
                <c:pt idx="82">
                  <c:v>0.18579699999999999</c:v>
                </c:pt>
                <c:pt idx="83">
                  <c:v>0.29050199999999998</c:v>
                </c:pt>
                <c:pt idx="84">
                  <c:v>0.468277</c:v>
                </c:pt>
                <c:pt idx="85">
                  <c:v>0.65183999999999997</c:v>
                </c:pt>
                <c:pt idx="86">
                  <c:v>0.77129199999999998</c:v>
                </c:pt>
                <c:pt idx="87">
                  <c:v>0.75153199999999998</c:v>
                </c:pt>
              </c:numCache>
            </c:numRef>
          </c:yVal>
          <c:smooth val="0"/>
          <c:extLst>
            <c:ext xmlns:c16="http://schemas.microsoft.com/office/drawing/2014/chart" uri="{C3380CC4-5D6E-409C-BE32-E72D297353CC}">
              <c16:uniqueId val="{00000000-5BA4-49BF-86A3-CA057E2E5B24}"/>
            </c:ext>
          </c:extLst>
        </c:ser>
        <c:ser>
          <c:idx val="0"/>
          <c:order val="1"/>
          <c:tx>
            <c:v>exp</c:v>
          </c:tx>
          <c:spPr>
            <a:ln w="28575" cap="rnd">
              <a:noFill/>
              <a:round/>
            </a:ln>
            <a:effectLst/>
          </c:spPr>
          <c:marker>
            <c:symbol val="circle"/>
            <c:size val="5"/>
            <c:spPr>
              <a:noFill/>
              <a:ln w="9525">
                <a:solidFill>
                  <a:schemeClr val="tx1"/>
                </a:solidFill>
              </a:ln>
              <a:effectLst/>
            </c:spPr>
          </c:marker>
          <c:xVal>
            <c:numRef>
              <c:f>Sheet1!$F$1:$F$89</c:f>
              <c:numCache>
                <c:formatCode>0.00E+00</c:formatCode>
                <c:ptCount val="89"/>
                <c:pt idx="0">
                  <c:v>0.94977</c:v>
                </c:pt>
                <c:pt idx="1">
                  <c:v>0.84953999999999996</c:v>
                </c:pt>
                <c:pt idx="2">
                  <c:v>0.75002999999999997</c:v>
                </c:pt>
                <c:pt idx="3">
                  <c:v>0.64988000000000001</c:v>
                </c:pt>
                <c:pt idx="4">
                  <c:v>0.54983000000000004</c:v>
                </c:pt>
                <c:pt idx="5">
                  <c:v>0.44990000000000002</c:v>
                </c:pt>
                <c:pt idx="6">
                  <c:v>0.35016000000000003</c:v>
                </c:pt>
                <c:pt idx="7">
                  <c:v>0.25012000000000001</c:v>
                </c:pt>
                <c:pt idx="8">
                  <c:v>0.15054000000000001</c:v>
                </c:pt>
                <c:pt idx="9">
                  <c:v>0.10029</c:v>
                </c:pt>
                <c:pt idx="10">
                  <c:v>6.5500000000000003E-2</c:v>
                </c:pt>
                <c:pt idx="11">
                  <c:v>4.0300000000000002E-2</c:v>
                </c:pt>
                <c:pt idx="12">
                  <c:v>2.0299999999999999E-2</c:v>
                </c:pt>
                <c:pt idx="13">
                  <c:v>5.8700000000000002E-3</c:v>
                </c:pt>
                <c:pt idx="14">
                  <c:v>5.6999999999999998E-4</c:v>
                </c:pt>
                <c:pt idx="15">
                  <c:v>1.8400000000000001E-3</c:v>
                </c:pt>
                <c:pt idx="16">
                  <c:v>6.2599999999999999E-3</c:v>
                </c:pt>
                <c:pt idx="17">
                  <c:v>1.2279999999999999E-2</c:v>
                </c:pt>
                <c:pt idx="18">
                  <c:v>2.0060000000000001E-2</c:v>
                </c:pt>
                <c:pt idx="19">
                  <c:v>2.988E-2</c:v>
                </c:pt>
                <c:pt idx="20">
                  <c:v>4.9660000000000003E-2</c:v>
                </c:pt>
                <c:pt idx="21">
                  <c:v>7.4480000000000005E-2</c:v>
                </c:pt>
                <c:pt idx="22">
                  <c:v>9.9940000000000001E-2</c:v>
                </c:pt>
                <c:pt idx="23">
                  <c:v>0.13986000000000001</c:v>
                </c:pt>
                <c:pt idx="24">
                  <c:v>0.17979000000000001</c:v>
                </c:pt>
                <c:pt idx="25">
                  <c:v>0.22001000000000001</c:v>
                </c:pt>
                <c:pt idx="26">
                  <c:v>0.25963999999999998</c:v>
                </c:pt>
                <c:pt idx="27">
                  <c:v>0.29987999999999998</c:v>
                </c:pt>
                <c:pt idx="28">
                  <c:v>0.33984999999999999</c:v>
                </c:pt>
                <c:pt idx="29">
                  <c:v>0.37985999999999998</c:v>
                </c:pt>
                <c:pt idx="30">
                  <c:v>0.41959000000000002</c:v>
                </c:pt>
                <c:pt idx="31">
                  <c:v>0.45974999999999999</c:v>
                </c:pt>
                <c:pt idx="32">
                  <c:v>0.49959999999999999</c:v>
                </c:pt>
                <c:pt idx="33">
                  <c:v>0.53959000000000001</c:v>
                </c:pt>
                <c:pt idx="34">
                  <c:v>0.57960999999999996</c:v>
                </c:pt>
                <c:pt idx="35">
                  <c:v>0.61987000000000003</c:v>
                </c:pt>
                <c:pt idx="36">
                  <c:v>0.65968000000000004</c:v>
                </c:pt>
                <c:pt idx="37">
                  <c:v>0.69969999999999999</c:v>
                </c:pt>
                <c:pt idx="38">
                  <c:v>0.73939999999999995</c:v>
                </c:pt>
                <c:pt idx="39">
                  <c:v>0.77959999999999996</c:v>
                </c:pt>
                <c:pt idx="40">
                  <c:v>0.81937000000000004</c:v>
                </c:pt>
                <c:pt idx="41">
                  <c:v>0.85955000000000004</c:v>
                </c:pt>
                <c:pt idx="42">
                  <c:v>0.89939999999999998</c:v>
                </c:pt>
                <c:pt idx="43">
                  <c:v>0.94726999999999995</c:v>
                </c:pt>
                <c:pt idx="44">
                  <c:v>0.98506000000000005</c:v>
                </c:pt>
              </c:numCache>
            </c:numRef>
          </c:xVal>
          <c:yVal>
            <c:numRef>
              <c:f>Sheet1!$G$1:$G$89</c:f>
              <c:numCache>
                <c:formatCode>0.00E+00</c:formatCode>
                <c:ptCount val="89"/>
                <c:pt idx="0">
                  <c:v>6.2588000000000005E-2</c:v>
                </c:pt>
                <c:pt idx="1">
                  <c:v>-2.3640999999999999E-2</c:v>
                </c:pt>
                <c:pt idx="2">
                  <c:v>-8.6803000000000005E-2</c:v>
                </c:pt>
                <c:pt idx="3">
                  <c:v>-0.14099999999999999</c:v>
                </c:pt>
                <c:pt idx="4">
                  <c:v>-0.24207000000000001</c:v>
                </c:pt>
                <c:pt idx="5">
                  <c:v>-0.23977999999999999</c:v>
                </c:pt>
                <c:pt idx="6">
                  <c:v>-0.21018999999999999</c:v>
                </c:pt>
                <c:pt idx="7">
                  <c:v>-0.13941999999999999</c:v>
                </c:pt>
                <c:pt idx="8">
                  <c:v>-7.5754000000000004E-3</c:v>
                </c:pt>
                <c:pt idx="9">
                  <c:v>7.3524000000000006E-2</c:v>
                </c:pt>
                <c:pt idx="10">
                  <c:v>0.18462000000000001</c:v>
                </c:pt>
                <c:pt idx="11">
                  <c:v>0.18414</c:v>
                </c:pt>
                <c:pt idx="12">
                  <c:v>0.30302000000000001</c:v>
                </c:pt>
                <c:pt idx="13">
                  <c:v>0.71460999999999997</c:v>
                </c:pt>
                <c:pt idx="14">
                  <c:v>0.57972999999999997</c:v>
                </c:pt>
                <c:pt idx="15">
                  <c:v>-0.46845999999999999</c:v>
                </c:pt>
                <c:pt idx="16">
                  <c:v>-0.46914</c:v>
                </c:pt>
                <c:pt idx="17">
                  <c:v>-0.83425000000000005</c:v>
                </c:pt>
                <c:pt idx="18">
                  <c:v>-1.2021999999999999</c:v>
                </c:pt>
                <c:pt idx="19">
                  <c:v>-1.3920999999999999</c:v>
                </c:pt>
                <c:pt idx="20">
                  <c:v>-1.4224000000000001</c:v>
                </c:pt>
                <c:pt idx="21">
                  <c:v>-1.385</c:v>
                </c:pt>
                <c:pt idx="22">
                  <c:v>-1.3517999999999999</c:v>
                </c:pt>
                <c:pt idx="23">
                  <c:v>-1.3219000000000001</c:v>
                </c:pt>
                <c:pt idx="24">
                  <c:v>-1.2962</c:v>
                </c:pt>
                <c:pt idx="25">
                  <c:v>-1.2178</c:v>
                </c:pt>
                <c:pt idx="26">
                  <c:v>-0.84379999999999999</c:v>
                </c:pt>
                <c:pt idx="27">
                  <c:v>-0.66337000000000002</c:v>
                </c:pt>
                <c:pt idx="28">
                  <c:v>-0.57652999999999999</c:v>
                </c:pt>
                <c:pt idx="29">
                  <c:v>-0.51371999999999995</c:v>
                </c:pt>
                <c:pt idx="30">
                  <c:v>-0.41177999999999998</c:v>
                </c:pt>
                <c:pt idx="31">
                  <c:v>-0.34275</c:v>
                </c:pt>
                <c:pt idx="32">
                  <c:v>-0.27461999999999998</c:v>
                </c:pt>
                <c:pt idx="33">
                  <c:v>-0.23297000000000001</c:v>
                </c:pt>
                <c:pt idx="34">
                  <c:v>-0.19384000000000001</c:v>
                </c:pt>
                <c:pt idx="35">
                  <c:v>-0.16077</c:v>
                </c:pt>
                <c:pt idx="36">
                  <c:v>-0.12252</c:v>
                </c:pt>
                <c:pt idx="37">
                  <c:v>-9.0772000000000005E-2</c:v>
                </c:pt>
                <c:pt idx="38">
                  <c:v>-7.3255000000000001E-2</c:v>
                </c:pt>
                <c:pt idx="39">
                  <c:v>-4.4866999999999997E-2</c:v>
                </c:pt>
                <c:pt idx="40">
                  <c:v>-8.4145999999999995E-3</c:v>
                </c:pt>
                <c:pt idx="41">
                  <c:v>9.5536000000000006E-3</c:v>
                </c:pt>
                <c:pt idx="42">
                  <c:v>4.4039000000000002E-2</c:v>
                </c:pt>
                <c:pt idx="43">
                  <c:v>7.4426999999999993E-2</c:v>
                </c:pt>
                <c:pt idx="44">
                  <c:v>0.10294</c:v>
                </c:pt>
              </c:numCache>
            </c:numRef>
          </c:yVal>
          <c:smooth val="0"/>
          <c:extLst>
            <c:ext xmlns:c16="http://schemas.microsoft.com/office/drawing/2014/chart" uri="{C3380CC4-5D6E-409C-BE32-E72D297353CC}">
              <c16:uniqueId val="{00000001-5BA4-49BF-86A3-CA057E2E5B24}"/>
            </c:ext>
          </c:extLst>
        </c:ser>
        <c:dLbls>
          <c:showLegendKey val="0"/>
          <c:showVal val="0"/>
          <c:showCatName val="0"/>
          <c:showSerName val="0"/>
          <c:showPercent val="0"/>
          <c:showBubbleSize val="0"/>
        </c:dLbls>
        <c:axId val="623849760"/>
        <c:axId val="623847840"/>
      </c:scatterChart>
      <c:valAx>
        <c:axId val="623849760"/>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623847840"/>
        <c:crosses val="autoZero"/>
        <c:crossBetween val="midCat"/>
      </c:valAx>
      <c:valAx>
        <c:axId val="623847840"/>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623849760"/>
        <c:crosses val="autoZero"/>
        <c:crossBetween val="midCat"/>
      </c:valAx>
    </c:plotArea>
    <c:legend>
      <c:legendPos val="r"/>
      <c:layout>
        <c:manualLayout>
          <c:xMode val="edge"/>
          <c:yMode val="edge"/>
          <c:x val="0.83733311461067372"/>
          <c:y val="0.17112058909303005"/>
          <c:w val="0.12377799650043744"/>
          <c:h val="0.16743438320209975"/>
        </c:manualLayout>
      </c:layout>
      <c:overlay val="0"/>
      <c:spPr>
        <a:ln>
          <a:solidFill>
            <a:schemeClr val="tx1"/>
          </a:solidFill>
        </a:ln>
      </c:spPr>
    </c:legend>
    <c:plotVisOnly val="1"/>
    <c:dispBlanksAs val="gap"/>
    <c:showDLblsOverMax val="0"/>
    <c:extLst/>
  </c:chart>
  <c:txPr>
    <a:bodyPr/>
    <a:lstStyle/>
    <a:p>
      <a:pPr>
        <a:defRPr/>
      </a:pPr>
      <a:endParaRPr lang="ko-K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solidFill>
                  <a:schemeClr val="tx1"/>
                </a:solidFill>
              </a:rPr>
              <a:t>sec.96%</a:t>
            </a:r>
            <a:endParaRPr lang="ko-KR" altLang="en-US">
              <a:solidFill>
                <a:schemeClr val="tx1"/>
              </a:solidFill>
            </a:endParaRPr>
          </a:p>
        </c:rich>
      </c:tx>
      <c:overlay val="0"/>
      <c:spPr>
        <a:noFill/>
        <a:ln>
          <a:noFill/>
        </a:ln>
        <a:effectLst/>
      </c:spPr>
    </c:title>
    <c:autoTitleDeleted val="0"/>
    <c:plotArea>
      <c:layout>
        <c:manualLayout>
          <c:layoutTarget val="inner"/>
          <c:xMode val="edge"/>
          <c:yMode val="edge"/>
          <c:x val="8.0539370078740152E-2"/>
          <c:y val="0.17171296296296296"/>
          <c:w val="0.89490485564304467"/>
          <c:h val="0.77736111111111106"/>
        </c:manualLayout>
      </c:layout>
      <c:scatterChart>
        <c:scatterStyle val="lineMarker"/>
        <c:varyColors val="0"/>
        <c:ser>
          <c:idx val="1"/>
          <c:order val="0"/>
          <c:tx>
            <c:v>su2</c:v>
          </c:tx>
          <c:spPr>
            <a:ln w="31750">
              <a:solidFill>
                <a:schemeClr val="tx1"/>
              </a:solidFill>
            </a:ln>
          </c:spPr>
          <c:marker>
            <c:symbol val="none"/>
          </c:marker>
          <c:xVal>
            <c:numRef>
              <c:f>Sheet1!$A$2:$A$93</c:f>
              <c:numCache>
                <c:formatCode>General</c:formatCode>
                <c:ptCount val="92"/>
                <c:pt idx="0">
                  <c:v>0</c:v>
                </c:pt>
                <c:pt idx="1">
                  <c:v>8.1446983645628267E-4</c:v>
                </c:pt>
                <c:pt idx="2">
                  <c:v>3.2275533412760792E-3</c:v>
                </c:pt>
                <c:pt idx="3">
                  <c:v>6.7475360121305953E-3</c:v>
                </c:pt>
                <c:pt idx="4">
                  <c:v>7.2652442326439472E-3</c:v>
                </c:pt>
                <c:pt idx="5">
                  <c:v>1.30856709628508E-2</c:v>
                </c:pt>
                <c:pt idx="6">
                  <c:v>2.0875121845553998E-2</c:v>
                </c:pt>
                <c:pt idx="7">
                  <c:v>3.068125203075937E-2</c:v>
                </c:pt>
                <c:pt idx="8">
                  <c:v>4.2441243366186668E-2</c:v>
                </c:pt>
                <c:pt idx="9">
                  <c:v>5.611610527455884E-2</c:v>
                </c:pt>
                <c:pt idx="10">
                  <c:v>7.1742662189970816E-2</c:v>
                </c:pt>
                <c:pt idx="11">
                  <c:v>8.9366403119246318E-2</c:v>
                </c:pt>
                <c:pt idx="12">
                  <c:v>0.10900032492147731</c:v>
                </c:pt>
                <c:pt idx="13">
                  <c:v>0.13061843387847941</c:v>
                </c:pt>
                <c:pt idx="14">
                  <c:v>0.1541687425538828</c:v>
                </c:pt>
                <c:pt idx="15">
                  <c:v>0.17956677136358731</c:v>
                </c:pt>
                <c:pt idx="16">
                  <c:v>0.2067042131484893</c:v>
                </c:pt>
                <c:pt idx="17">
                  <c:v>0.23545326546084699</c:v>
                </c:pt>
                <c:pt idx="18">
                  <c:v>0.26566663056428019</c:v>
                </c:pt>
                <c:pt idx="19">
                  <c:v>0.29717534929058809</c:v>
                </c:pt>
                <c:pt idx="20">
                  <c:v>0.32980179789884118</c:v>
                </c:pt>
                <c:pt idx="21">
                  <c:v>0.36335318964583557</c:v>
                </c:pt>
                <c:pt idx="22">
                  <c:v>0.39762807321563959</c:v>
                </c:pt>
                <c:pt idx="23">
                  <c:v>0.43241633271959279</c:v>
                </c:pt>
                <c:pt idx="24">
                  <c:v>0.46750135383948882</c:v>
                </c:pt>
                <c:pt idx="25">
                  <c:v>0.50267085454348537</c:v>
                </c:pt>
                <c:pt idx="26">
                  <c:v>0.53771255279974017</c:v>
                </c:pt>
                <c:pt idx="27">
                  <c:v>0.57241416657641064</c:v>
                </c:pt>
                <c:pt idx="28">
                  <c:v>0.60658507527347538</c:v>
                </c:pt>
                <c:pt idx="29">
                  <c:v>0.64003249214773084</c:v>
                </c:pt>
                <c:pt idx="30">
                  <c:v>0.67258529188779381</c:v>
                </c:pt>
                <c:pt idx="31">
                  <c:v>0.7040810137550092</c:v>
                </c:pt>
                <c:pt idx="32">
                  <c:v>0.73438752301527144</c:v>
                </c:pt>
                <c:pt idx="33">
                  <c:v>0.76334885735947133</c:v>
                </c:pt>
                <c:pt idx="34">
                  <c:v>0.79090219863532985</c:v>
                </c:pt>
                <c:pt idx="35">
                  <c:v>0.81691757825192213</c:v>
                </c:pt>
                <c:pt idx="36">
                  <c:v>0.84139499620924929</c:v>
                </c:pt>
                <c:pt idx="37">
                  <c:v>0.86429112964366928</c:v>
                </c:pt>
                <c:pt idx="38">
                  <c:v>0.88562763998700322</c:v>
                </c:pt>
                <c:pt idx="39">
                  <c:v>0.90074731939781227</c:v>
                </c:pt>
                <c:pt idx="40">
                  <c:v>0.90542618867107116</c:v>
                </c:pt>
                <c:pt idx="41">
                  <c:v>0.92377342142315599</c:v>
                </c:pt>
                <c:pt idx="42">
                  <c:v>0.94084262969782273</c:v>
                </c:pt>
                <c:pt idx="43">
                  <c:v>0.95674212065417519</c:v>
                </c:pt>
                <c:pt idx="44">
                  <c:v>0.97173183147406039</c:v>
                </c:pt>
                <c:pt idx="45">
                  <c:v>0.98605003790750567</c:v>
                </c:pt>
                <c:pt idx="46">
                  <c:v>1</c:v>
                </c:pt>
                <c:pt idx="47">
                  <c:v>0.98605003790750567</c:v>
                </c:pt>
                <c:pt idx="48">
                  <c:v>0.97173183147406039</c:v>
                </c:pt>
                <c:pt idx="49">
                  <c:v>0.95674212065417519</c:v>
                </c:pt>
                <c:pt idx="50">
                  <c:v>0.94084262969782273</c:v>
                </c:pt>
                <c:pt idx="51">
                  <c:v>0.92377342142315599</c:v>
                </c:pt>
                <c:pt idx="52">
                  <c:v>0.90542618867107116</c:v>
                </c:pt>
                <c:pt idx="53">
                  <c:v>0.90074731939781227</c:v>
                </c:pt>
                <c:pt idx="54">
                  <c:v>0.88562763998700322</c:v>
                </c:pt>
                <c:pt idx="55">
                  <c:v>0.86429112964366928</c:v>
                </c:pt>
                <c:pt idx="56">
                  <c:v>0.84139499620924929</c:v>
                </c:pt>
                <c:pt idx="57">
                  <c:v>0.81691757825192213</c:v>
                </c:pt>
                <c:pt idx="58">
                  <c:v>0.79090219863532985</c:v>
                </c:pt>
                <c:pt idx="59">
                  <c:v>0.76334885735947133</c:v>
                </c:pt>
                <c:pt idx="60">
                  <c:v>0.73438752301527144</c:v>
                </c:pt>
                <c:pt idx="61">
                  <c:v>0.7040810137550092</c:v>
                </c:pt>
                <c:pt idx="62">
                  <c:v>0.67258529188779381</c:v>
                </c:pt>
                <c:pt idx="63">
                  <c:v>0.64003249214773084</c:v>
                </c:pt>
                <c:pt idx="64">
                  <c:v>0.60658507527347538</c:v>
                </c:pt>
                <c:pt idx="65">
                  <c:v>0.57241416657641064</c:v>
                </c:pt>
                <c:pt idx="66">
                  <c:v>0.53771255279974017</c:v>
                </c:pt>
                <c:pt idx="67">
                  <c:v>0.50267085454348537</c:v>
                </c:pt>
                <c:pt idx="68">
                  <c:v>0.46750135383948882</c:v>
                </c:pt>
                <c:pt idx="69">
                  <c:v>0.43241633271959279</c:v>
                </c:pt>
                <c:pt idx="70">
                  <c:v>0.39762807321563959</c:v>
                </c:pt>
                <c:pt idx="71">
                  <c:v>0.36335318964583557</c:v>
                </c:pt>
                <c:pt idx="72">
                  <c:v>0.32980179789884118</c:v>
                </c:pt>
                <c:pt idx="73">
                  <c:v>0.29717534929058809</c:v>
                </c:pt>
                <c:pt idx="74">
                  <c:v>0.26566663056428019</c:v>
                </c:pt>
                <c:pt idx="75">
                  <c:v>0.23545326546084699</c:v>
                </c:pt>
                <c:pt idx="76">
                  <c:v>0.2067042131484893</c:v>
                </c:pt>
                <c:pt idx="77">
                  <c:v>0.17956677136358731</c:v>
                </c:pt>
                <c:pt idx="78">
                  <c:v>0.1541687425538828</c:v>
                </c:pt>
                <c:pt idx="79">
                  <c:v>0.13061843387847941</c:v>
                </c:pt>
                <c:pt idx="80">
                  <c:v>0.10900032492147731</c:v>
                </c:pt>
                <c:pt idx="81">
                  <c:v>8.9366403119246318E-2</c:v>
                </c:pt>
                <c:pt idx="82">
                  <c:v>7.1742662189970816E-2</c:v>
                </c:pt>
                <c:pt idx="83">
                  <c:v>5.611610527455884E-2</c:v>
                </c:pt>
                <c:pt idx="84">
                  <c:v>4.2441243366186668E-2</c:v>
                </c:pt>
                <c:pt idx="85">
                  <c:v>3.068125203075937E-2</c:v>
                </c:pt>
                <c:pt idx="86">
                  <c:v>2.0875121845553998E-2</c:v>
                </c:pt>
                <c:pt idx="87">
                  <c:v>1.30856709628508E-2</c:v>
                </c:pt>
                <c:pt idx="88">
                  <c:v>7.2652442326439472E-3</c:v>
                </c:pt>
                <c:pt idx="89">
                  <c:v>6.7475360121305953E-3</c:v>
                </c:pt>
                <c:pt idx="90">
                  <c:v>3.2275533412760792E-3</c:v>
                </c:pt>
                <c:pt idx="91">
                  <c:v>8.1446983645628267E-4</c:v>
                </c:pt>
              </c:numCache>
            </c:numRef>
          </c:xVal>
          <c:yVal>
            <c:numRef>
              <c:f>Sheet1!$B$2:$B$93</c:f>
              <c:numCache>
                <c:formatCode>General</c:formatCode>
                <c:ptCount val="92"/>
                <c:pt idx="0">
                  <c:v>0.51690700000000001</c:v>
                </c:pt>
                <c:pt idx="1">
                  <c:v>0.19814300000000001</c:v>
                </c:pt>
                <c:pt idx="2">
                  <c:v>-0.17400599999999999</c:v>
                </c:pt>
                <c:pt idx="3">
                  <c:v>-0.53534000000000004</c:v>
                </c:pt>
                <c:pt idx="4">
                  <c:v>-0.58650100000000005</c:v>
                </c:pt>
                <c:pt idx="5">
                  <c:v>-0.93843399999999999</c:v>
                </c:pt>
                <c:pt idx="6">
                  <c:v>-1.2093499999999999</c:v>
                </c:pt>
                <c:pt idx="7">
                  <c:v>-1.36853</c:v>
                </c:pt>
                <c:pt idx="8">
                  <c:v>-1.4224000000000001</c:v>
                </c:pt>
                <c:pt idx="9">
                  <c:v>-1.4110400000000001</c:v>
                </c:pt>
                <c:pt idx="10">
                  <c:v>-1.3773</c:v>
                </c:pt>
                <c:pt idx="11">
                  <c:v>-1.33613</c:v>
                </c:pt>
                <c:pt idx="12">
                  <c:v>-1.2597</c:v>
                </c:pt>
                <c:pt idx="13">
                  <c:v>-1.0667599999999999</c:v>
                </c:pt>
                <c:pt idx="14">
                  <c:v>-0.79723299999999997</c:v>
                </c:pt>
                <c:pt idx="15">
                  <c:v>-0.63489399999999996</c:v>
                </c:pt>
                <c:pt idx="16">
                  <c:v>-0.58331900000000003</c:v>
                </c:pt>
                <c:pt idx="17">
                  <c:v>-0.56691800000000003</c:v>
                </c:pt>
                <c:pt idx="18">
                  <c:v>-0.53800300000000001</c:v>
                </c:pt>
                <c:pt idx="19">
                  <c:v>-0.50302100000000005</c:v>
                </c:pt>
                <c:pt idx="20">
                  <c:v>-0.46130300000000002</c:v>
                </c:pt>
                <c:pt idx="21">
                  <c:v>-0.41559800000000002</c:v>
                </c:pt>
                <c:pt idx="22">
                  <c:v>-0.37393700000000002</c:v>
                </c:pt>
                <c:pt idx="23">
                  <c:v>-0.33617399999999997</c:v>
                </c:pt>
                <c:pt idx="24">
                  <c:v>-0.30213800000000002</c:v>
                </c:pt>
                <c:pt idx="25">
                  <c:v>-0.27172000000000002</c:v>
                </c:pt>
                <c:pt idx="26">
                  <c:v>-0.24688299999999999</c:v>
                </c:pt>
                <c:pt idx="27">
                  <c:v>-0.22788800000000001</c:v>
                </c:pt>
                <c:pt idx="28">
                  <c:v>-0.213723</c:v>
                </c:pt>
                <c:pt idx="29">
                  <c:v>-0.20204</c:v>
                </c:pt>
                <c:pt idx="30">
                  <c:v>-0.191749</c:v>
                </c:pt>
                <c:pt idx="31">
                  <c:v>-0.18278700000000001</c:v>
                </c:pt>
                <c:pt idx="32">
                  <c:v>-0.175285</c:v>
                </c:pt>
                <c:pt idx="33">
                  <c:v>-0.16891200000000001</c:v>
                </c:pt>
                <c:pt idx="34">
                  <c:v>-0.163351</c:v>
                </c:pt>
                <c:pt idx="35">
                  <c:v>-0.158551</c:v>
                </c:pt>
                <c:pt idx="36">
                  <c:v>-0.15447</c:v>
                </c:pt>
                <c:pt idx="37">
                  <c:v>-0.151778</c:v>
                </c:pt>
                <c:pt idx="38">
                  <c:v>-0.14948400000000001</c:v>
                </c:pt>
                <c:pt idx="39">
                  <c:v>-0.14904500000000001</c:v>
                </c:pt>
                <c:pt idx="40">
                  <c:v>-0.14777499999999999</c:v>
                </c:pt>
                <c:pt idx="41">
                  <c:v>-0.14135800000000001</c:v>
                </c:pt>
                <c:pt idx="42">
                  <c:v>-0.13902999999999999</c:v>
                </c:pt>
                <c:pt idx="43">
                  <c:v>-0.131716</c:v>
                </c:pt>
                <c:pt idx="44">
                  <c:v>-0.134211</c:v>
                </c:pt>
                <c:pt idx="45">
                  <c:v>-0.11651599999999999</c:v>
                </c:pt>
                <c:pt idx="46">
                  <c:v>-9.5732999999999999E-2</c:v>
                </c:pt>
                <c:pt idx="47">
                  <c:v>-4.7438899999999999E-2</c:v>
                </c:pt>
                <c:pt idx="48">
                  <c:v>-4.3657799999999997E-2</c:v>
                </c:pt>
                <c:pt idx="49">
                  <c:v>-4.70205E-2</c:v>
                </c:pt>
                <c:pt idx="50">
                  <c:v>-5.6353399999999998E-2</c:v>
                </c:pt>
                <c:pt idx="51">
                  <c:v>-6.9035299999999994E-2</c:v>
                </c:pt>
                <c:pt idx="52">
                  <c:v>-8.4331799999999998E-2</c:v>
                </c:pt>
                <c:pt idx="53">
                  <c:v>-8.8267499999999999E-2</c:v>
                </c:pt>
                <c:pt idx="54">
                  <c:v>-9.4064400000000006E-2</c:v>
                </c:pt>
                <c:pt idx="55">
                  <c:v>-0.101413</c:v>
                </c:pt>
                <c:pt idx="56">
                  <c:v>-0.108373</c:v>
                </c:pt>
                <c:pt idx="57">
                  <c:v>-0.114394</c:v>
                </c:pt>
                <c:pt idx="58">
                  <c:v>-0.120189</c:v>
                </c:pt>
                <c:pt idx="59">
                  <c:v>-0.125137</c:v>
                </c:pt>
                <c:pt idx="60">
                  <c:v>-0.130657</c:v>
                </c:pt>
                <c:pt idx="61">
                  <c:v>-0.13852700000000001</c:v>
                </c:pt>
                <c:pt idx="62">
                  <c:v>-0.149781</c:v>
                </c:pt>
                <c:pt idx="63">
                  <c:v>-0.16433600000000001</c:v>
                </c:pt>
                <c:pt idx="64">
                  <c:v>-0.1817</c:v>
                </c:pt>
                <c:pt idx="65">
                  <c:v>-0.20078299999999999</c:v>
                </c:pt>
                <c:pt idx="66">
                  <c:v>-0.220225</c:v>
                </c:pt>
                <c:pt idx="67">
                  <c:v>-0.23849500000000001</c:v>
                </c:pt>
                <c:pt idx="68">
                  <c:v>-0.25460500000000003</c:v>
                </c:pt>
                <c:pt idx="69">
                  <c:v>-0.26795000000000002</c:v>
                </c:pt>
                <c:pt idx="70">
                  <c:v>-0.27823300000000001</c:v>
                </c:pt>
                <c:pt idx="71">
                  <c:v>-0.28547499999999998</c:v>
                </c:pt>
                <c:pt idx="72">
                  <c:v>-0.28975800000000002</c:v>
                </c:pt>
                <c:pt idx="73">
                  <c:v>-0.291051</c:v>
                </c:pt>
                <c:pt idx="74">
                  <c:v>-0.28902499999999998</c:v>
                </c:pt>
                <c:pt idx="75">
                  <c:v>-0.28308100000000003</c:v>
                </c:pt>
                <c:pt idx="76">
                  <c:v>-0.27237899999999998</c:v>
                </c:pt>
                <c:pt idx="77">
                  <c:v>-0.25583600000000001</c:v>
                </c:pt>
                <c:pt idx="78">
                  <c:v>-0.232627</c:v>
                </c:pt>
                <c:pt idx="79">
                  <c:v>-0.20246900000000001</c:v>
                </c:pt>
                <c:pt idx="80">
                  <c:v>-0.165908</c:v>
                </c:pt>
                <c:pt idx="81">
                  <c:v>-0.12445299999999999</c:v>
                </c:pt>
                <c:pt idx="82">
                  <c:v>-7.9362199999999994E-2</c:v>
                </c:pt>
                <c:pt idx="83">
                  <c:v>-3.8958399999999997E-2</c:v>
                </c:pt>
                <c:pt idx="84">
                  <c:v>-1.6043499999999999E-2</c:v>
                </c:pt>
                <c:pt idx="85">
                  <c:v>1.9836400000000001E-2</c:v>
                </c:pt>
                <c:pt idx="86">
                  <c:v>0.13103899999999999</c:v>
                </c:pt>
                <c:pt idx="87">
                  <c:v>0.32312800000000003</c:v>
                </c:pt>
                <c:pt idx="88">
                  <c:v>0.52293999999999996</c:v>
                </c:pt>
                <c:pt idx="89">
                  <c:v>0.54099699999999995</c:v>
                </c:pt>
                <c:pt idx="90">
                  <c:v>0.67882500000000001</c:v>
                </c:pt>
                <c:pt idx="91">
                  <c:v>0.693658</c:v>
                </c:pt>
              </c:numCache>
            </c:numRef>
          </c:yVal>
          <c:smooth val="0"/>
          <c:extLst>
            <c:ext xmlns:c16="http://schemas.microsoft.com/office/drawing/2014/chart" uri="{C3380CC4-5D6E-409C-BE32-E72D297353CC}">
              <c16:uniqueId val="{00000000-D1FE-4B1B-926E-AAD111346C97}"/>
            </c:ext>
          </c:extLst>
        </c:ser>
        <c:ser>
          <c:idx val="0"/>
          <c:order val="1"/>
          <c:tx>
            <c:v>exp</c:v>
          </c:tx>
          <c:spPr>
            <a:ln w="28575" cap="rnd">
              <a:noFill/>
              <a:round/>
            </a:ln>
            <a:effectLst/>
          </c:spPr>
          <c:marker>
            <c:symbol val="circle"/>
            <c:size val="5"/>
            <c:spPr>
              <a:noFill/>
              <a:ln w="9525">
                <a:solidFill>
                  <a:schemeClr val="tx1"/>
                </a:solidFill>
              </a:ln>
              <a:effectLst/>
            </c:spPr>
          </c:marker>
          <c:xVal>
            <c:numRef>
              <c:f>Sheet1!$K$1:$K$93</c:f>
              <c:numCache>
                <c:formatCode>0.00E+00</c:formatCode>
                <c:ptCount val="93"/>
                <c:pt idx="0">
                  <c:v>0.94952999999999999</c:v>
                </c:pt>
                <c:pt idx="1">
                  <c:v>0.84933999999999998</c:v>
                </c:pt>
                <c:pt idx="2">
                  <c:v>0.74963000000000002</c:v>
                </c:pt>
                <c:pt idx="3">
                  <c:v>0.64980000000000004</c:v>
                </c:pt>
                <c:pt idx="4">
                  <c:v>0.54954999999999998</c:v>
                </c:pt>
                <c:pt idx="5">
                  <c:v>0.44997999999999999</c:v>
                </c:pt>
                <c:pt idx="6">
                  <c:v>0.34989999999999999</c:v>
                </c:pt>
                <c:pt idx="7">
                  <c:v>0.24997</c:v>
                </c:pt>
                <c:pt idx="8">
                  <c:v>0.15015999999999999</c:v>
                </c:pt>
                <c:pt idx="9">
                  <c:v>0.10019</c:v>
                </c:pt>
                <c:pt idx="10">
                  <c:v>6.5210000000000004E-2</c:v>
                </c:pt>
                <c:pt idx="11">
                  <c:v>3.9989999999999998E-2</c:v>
                </c:pt>
                <c:pt idx="12">
                  <c:v>1.985E-2</c:v>
                </c:pt>
                <c:pt idx="13">
                  <c:v>5.6699999999999997E-3</c:v>
                </c:pt>
                <c:pt idx="14">
                  <c:v>6.8000000000000005E-4</c:v>
                </c:pt>
                <c:pt idx="15">
                  <c:v>1.9E-3</c:v>
                </c:pt>
                <c:pt idx="16">
                  <c:v>6.2300000000000003E-3</c:v>
                </c:pt>
                <c:pt idx="17">
                  <c:v>1.209E-2</c:v>
                </c:pt>
                <c:pt idx="18">
                  <c:v>1.983E-2</c:v>
                </c:pt>
                <c:pt idx="19">
                  <c:v>2.9909999999999999E-2</c:v>
                </c:pt>
                <c:pt idx="20">
                  <c:v>4.972E-2</c:v>
                </c:pt>
                <c:pt idx="21">
                  <c:v>7.4880000000000002E-2</c:v>
                </c:pt>
                <c:pt idx="22">
                  <c:v>9.9909999999999999E-2</c:v>
                </c:pt>
                <c:pt idx="23">
                  <c:v>0.13983000000000001</c:v>
                </c:pt>
                <c:pt idx="24">
                  <c:v>0.17999000000000001</c:v>
                </c:pt>
                <c:pt idx="25">
                  <c:v>0.22009999999999999</c:v>
                </c:pt>
                <c:pt idx="26">
                  <c:v>0.25996000000000002</c:v>
                </c:pt>
                <c:pt idx="27">
                  <c:v>0.29993999999999998</c:v>
                </c:pt>
                <c:pt idx="28">
                  <c:v>0.34007999999999999</c:v>
                </c:pt>
                <c:pt idx="29">
                  <c:v>0.37994</c:v>
                </c:pt>
                <c:pt idx="30">
                  <c:v>0.41987999999999998</c:v>
                </c:pt>
                <c:pt idx="31">
                  <c:v>0.45976</c:v>
                </c:pt>
                <c:pt idx="32">
                  <c:v>0.49994</c:v>
                </c:pt>
                <c:pt idx="33">
                  <c:v>0.53988000000000003</c:v>
                </c:pt>
                <c:pt idx="34">
                  <c:v>0.57991000000000004</c:v>
                </c:pt>
                <c:pt idx="35">
                  <c:v>0.61970000000000003</c:v>
                </c:pt>
                <c:pt idx="36">
                  <c:v>0.65978999999999999</c:v>
                </c:pt>
                <c:pt idx="37">
                  <c:v>0.69976000000000005</c:v>
                </c:pt>
                <c:pt idx="38">
                  <c:v>0.73970000000000002</c:v>
                </c:pt>
                <c:pt idx="39">
                  <c:v>0.77961999999999998</c:v>
                </c:pt>
                <c:pt idx="40">
                  <c:v>0.81964999999999999</c:v>
                </c:pt>
                <c:pt idx="41">
                  <c:v>0.85980000000000001</c:v>
                </c:pt>
                <c:pt idx="42">
                  <c:v>0.89976999999999996</c:v>
                </c:pt>
                <c:pt idx="43">
                  <c:v>0.94860999999999995</c:v>
                </c:pt>
                <c:pt idx="44">
                  <c:v>0.98462000000000005</c:v>
                </c:pt>
              </c:numCache>
            </c:numRef>
          </c:xVal>
          <c:yVal>
            <c:numRef>
              <c:f>Sheet1!$L$1:$L$93</c:f>
              <c:numCache>
                <c:formatCode>0.00E+00</c:formatCode>
                <c:ptCount val="93"/>
                <c:pt idx="0">
                  <c:v>5.1070999999999998E-2</c:v>
                </c:pt>
                <c:pt idx="1">
                  <c:v>-3.4447999999999999E-2</c:v>
                </c:pt>
                <c:pt idx="2">
                  <c:v>-9.6448999999999993E-2</c:v>
                </c:pt>
                <c:pt idx="3">
                  <c:v>-0.15151999999999999</c:v>
                </c:pt>
                <c:pt idx="4">
                  <c:v>-0.19119</c:v>
                </c:pt>
                <c:pt idx="5">
                  <c:v>-0.25784000000000001</c:v>
                </c:pt>
                <c:pt idx="6">
                  <c:v>-0.26155</c:v>
                </c:pt>
                <c:pt idx="7">
                  <c:v>-0.23899999999999999</c:v>
                </c:pt>
                <c:pt idx="8">
                  <c:v>-0.14884</c:v>
                </c:pt>
                <c:pt idx="9">
                  <c:v>-4.9350999999999999E-2</c:v>
                </c:pt>
                <c:pt idx="10">
                  <c:v>4.3973999999999999E-2</c:v>
                </c:pt>
                <c:pt idx="11">
                  <c:v>9.6491999999999994E-2</c:v>
                </c:pt>
                <c:pt idx="12">
                  <c:v>0.23934</c:v>
                </c:pt>
                <c:pt idx="13">
                  <c:v>0.62222</c:v>
                </c:pt>
                <c:pt idx="14">
                  <c:v>0.54330999999999996</c:v>
                </c:pt>
                <c:pt idx="15">
                  <c:v>-3.6397000000000001E-3</c:v>
                </c:pt>
                <c:pt idx="16">
                  <c:v>-0.44278000000000001</c:v>
                </c:pt>
                <c:pt idx="17">
                  <c:v>-0.84211999999999998</c:v>
                </c:pt>
                <c:pt idx="18">
                  <c:v>-1.1915</c:v>
                </c:pt>
                <c:pt idx="19">
                  <c:v>-1.3935999999999999</c:v>
                </c:pt>
                <c:pt idx="20">
                  <c:v>-1.4406000000000001</c:v>
                </c:pt>
                <c:pt idx="21">
                  <c:v>-1.4101999999999999</c:v>
                </c:pt>
                <c:pt idx="22">
                  <c:v>-1.3822000000000001</c:v>
                </c:pt>
                <c:pt idx="23">
                  <c:v>-1.3743000000000001</c:v>
                </c:pt>
                <c:pt idx="24">
                  <c:v>-1.2122999999999999</c:v>
                </c:pt>
                <c:pt idx="25">
                  <c:v>-0.87024999999999997</c:v>
                </c:pt>
                <c:pt idx="26">
                  <c:v>-0.77373000000000003</c:v>
                </c:pt>
                <c:pt idx="27">
                  <c:v>-0.62634000000000001</c:v>
                </c:pt>
                <c:pt idx="28">
                  <c:v>-0.4582</c:v>
                </c:pt>
                <c:pt idx="29">
                  <c:v>-0.34372000000000003</c:v>
                </c:pt>
                <c:pt idx="30">
                  <c:v>-0.28122999999999998</c:v>
                </c:pt>
                <c:pt idx="31">
                  <c:v>-0.25629000000000002</c:v>
                </c:pt>
                <c:pt idx="32">
                  <c:v>-0.23802999999999999</c:v>
                </c:pt>
                <c:pt idx="33">
                  <c:v>-0.22720000000000001</c:v>
                </c:pt>
                <c:pt idx="34">
                  <c:v>-0.19649</c:v>
                </c:pt>
                <c:pt idx="35">
                  <c:v>-0.17494000000000001</c:v>
                </c:pt>
                <c:pt idx="36">
                  <c:v>-0.15612999999999999</c:v>
                </c:pt>
                <c:pt idx="37">
                  <c:v>-0.12639</c:v>
                </c:pt>
                <c:pt idx="38">
                  <c:v>-0.12439</c:v>
                </c:pt>
                <c:pt idx="39">
                  <c:v>-0.10390000000000001</c:v>
                </c:pt>
                <c:pt idx="40">
                  <c:v>-8.1673999999999997E-2</c:v>
                </c:pt>
                <c:pt idx="41">
                  <c:v>-6.3899999999999998E-2</c:v>
                </c:pt>
                <c:pt idx="42">
                  <c:v>-4.3254000000000001E-2</c:v>
                </c:pt>
                <c:pt idx="43">
                  <c:v>-2.4791000000000001E-3</c:v>
                </c:pt>
                <c:pt idx="44">
                  <c:v>5.2039000000000002E-2</c:v>
                </c:pt>
              </c:numCache>
            </c:numRef>
          </c:yVal>
          <c:smooth val="0"/>
          <c:extLst>
            <c:ext xmlns:c16="http://schemas.microsoft.com/office/drawing/2014/chart" uri="{C3380CC4-5D6E-409C-BE32-E72D297353CC}">
              <c16:uniqueId val="{00000001-D1FE-4B1B-926E-AAD111346C97}"/>
            </c:ext>
          </c:extLst>
        </c:ser>
        <c:dLbls>
          <c:showLegendKey val="0"/>
          <c:showVal val="0"/>
          <c:showCatName val="0"/>
          <c:showSerName val="0"/>
          <c:showPercent val="0"/>
          <c:showBubbleSize val="0"/>
        </c:dLbls>
        <c:axId val="1122338800"/>
        <c:axId val="1122339760"/>
      </c:scatterChart>
      <c:valAx>
        <c:axId val="1122338800"/>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122339760"/>
        <c:crosses val="autoZero"/>
        <c:crossBetween val="midCat"/>
      </c:valAx>
      <c:valAx>
        <c:axId val="1122339760"/>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122338800"/>
        <c:crosses val="autoZero"/>
        <c:crossBetween val="midCat"/>
      </c:valAx>
    </c:plotArea>
    <c:legend>
      <c:legendPos val="r"/>
      <c:layout>
        <c:manualLayout>
          <c:xMode val="edge"/>
          <c:yMode val="edge"/>
          <c:x val="0.85122200349956256"/>
          <c:y val="0.17112058909303007"/>
          <c:w val="0.12377799650043744"/>
          <c:h val="0.16743438320209975"/>
        </c:manualLayout>
      </c:layout>
      <c:overlay val="0"/>
      <c:spPr>
        <a:ln>
          <a:solidFill>
            <a:schemeClr val="tx1"/>
          </a:solidFill>
        </a:ln>
      </c:spPr>
    </c:legend>
    <c:plotVisOnly val="1"/>
    <c:dispBlanksAs val="gap"/>
    <c:showDLblsOverMax val="0"/>
    <c:extLst/>
  </c:chart>
  <c:txPr>
    <a:bodyPr/>
    <a:lstStyle/>
    <a:p>
      <a:pPr>
        <a:defRPr/>
      </a:pPr>
      <a:endParaRPr lang="ko-K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ko-KR"/>
              <a:t>sec.99%</a:t>
            </a:r>
            <a:endParaRPr lang="ko-KR" altLang="en-US"/>
          </a:p>
        </c:rich>
      </c:tx>
      <c:overlay val="0"/>
      <c:spPr>
        <a:noFill/>
        <a:ln>
          <a:noFill/>
        </a:ln>
        <a:effectLst/>
      </c:spPr>
    </c:title>
    <c:autoTitleDeleted val="0"/>
    <c:plotArea>
      <c:layout>
        <c:manualLayout>
          <c:layoutTarget val="inner"/>
          <c:xMode val="edge"/>
          <c:yMode val="edge"/>
          <c:x val="0.10160024258725153"/>
          <c:y val="0.17171296296296296"/>
          <c:w val="0.85340605800406855"/>
          <c:h val="0.77736111111111106"/>
        </c:manualLayout>
      </c:layout>
      <c:scatterChart>
        <c:scatterStyle val="lineMarker"/>
        <c:varyColors val="0"/>
        <c:ser>
          <c:idx val="1"/>
          <c:order val="0"/>
          <c:tx>
            <c:v>su2</c:v>
          </c:tx>
          <c:spPr>
            <a:ln>
              <a:solidFill>
                <a:schemeClr val="tx1"/>
              </a:solidFill>
            </a:ln>
          </c:spPr>
          <c:marker>
            <c:symbol val="none"/>
          </c:marker>
          <c:xVal>
            <c:numRef>
              <c:f>Sheet1!$A$2:$A$69</c:f>
              <c:numCache>
                <c:formatCode>General</c:formatCode>
                <c:ptCount val="68"/>
                <c:pt idx="0">
                  <c:v>0</c:v>
                </c:pt>
                <c:pt idx="1">
                  <c:v>6.7351419370764659E-3</c:v>
                </c:pt>
                <c:pt idx="2">
                  <c:v>1.8471863460062781E-2</c:v>
                </c:pt>
                <c:pt idx="3">
                  <c:v>3.255008880193045E-2</c:v>
                </c:pt>
                <c:pt idx="4">
                  <c:v>4.8919377404222593E-2</c:v>
                </c:pt>
                <c:pt idx="5">
                  <c:v>6.7624860292926817E-2</c:v>
                </c:pt>
                <c:pt idx="6">
                  <c:v>8.8722287558968993E-2</c:v>
                </c:pt>
                <c:pt idx="7">
                  <c:v>0.1122222782672871</c:v>
                </c:pt>
                <c:pt idx="8">
                  <c:v>0.1381009395217703</c:v>
                </c:pt>
                <c:pt idx="9">
                  <c:v>0.16621756871198701</c:v>
                </c:pt>
                <c:pt idx="10">
                  <c:v>0.16629190216655471</c:v>
                </c:pt>
                <c:pt idx="11">
                  <c:v>0.19669428508472661</c:v>
                </c:pt>
                <c:pt idx="12">
                  <c:v>0.22917800473079319</c:v>
                </c:pt>
                <c:pt idx="13">
                  <c:v>0.26359439419561881</c:v>
                </c:pt>
                <c:pt idx="14">
                  <c:v>0.29975761984278448</c:v>
                </c:pt>
                <c:pt idx="15">
                  <c:v>0.33747388373716719</c:v>
                </c:pt>
                <c:pt idx="16">
                  <c:v>0.37653080458000249</c:v>
                </c:pt>
                <c:pt idx="17">
                  <c:v>0.41669210817641439</c:v>
                </c:pt>
                <c:pt idx="18">
                  <c:v>0.45772152033152708</c:v>
                </c:pt>
                <c:pt idx="19">
                  <c:v>0.49936152872058831</c:v>
                </c:pt>
                <c:pt idx="20">
                  <c:v>0.54136258531754955</c:v>
                </c:pt>
                <c:pt idx="21">
                  <c:v>0.58346186826518975</c:v>
                </c:pt>
                <c:pt idx="22">
                  <c:v>0.62540717477122543</c:v>
                </c:pt>
                <c:pt idx="23">
                  <c:v>0.66694630204337335</c:v>
                </c:pt>
                <c:pt idx="24">
                  <c:v>0.70784828541922706</c:v>
                </c:pt>
                <c:pt idx="25">
                  <c:v>0.72718560267175658</c:v>
                </c:pt>
                <c:pt idx="26">
                  <c:v>0.74788746976884923</c:v>
                </c:pt>
                <c:pt idx="27">
                  <c:v>0.78685412855970938</c:v>
                </c:pt>
                <c:pt idx="28">
                  <c:v>0.82454649955798154</c:v>
                </c:pt>
                <c:pt idx="29">
                  <c:v>0.86081060632205975</c:v>
                </c:pt>
                <c:pt idx="30">
                  <c:v>0.89550840100774909</c:v>
                </c:pt>
                <c:pt idx="31">
                  <c:v>0.92848059764097424</c:v>
                </c:pt>
                <c:pt idx="32">
                  <c:v>0.95964755323469964</c:v>
                </c:pt>
                <c:pt idx="33">
                  <c:v>0.98892962480188806</c:v>
                </c:pt>
                <c:pt idx="34">
                  <c:v>1</c:v>
                </c:pt>
                <c:pt idx="35">
                  <c:v>0.98892962480188806</c:v>
                </c:pt>
                <c:pt idx="36">
                  <c:v>0.95964755323469964</c:v>
                </c:pt>
                <c:pt idx="37">
                  <c:v>0.92848059764097424</c:v>
                </c:pt>
                <c:pt idx="38">
                  <c:v>0.89550840100774909</c:v>
                </c:pt>
                <c:pt idx="39">
                  <c:v>0.86081060632205975</c:v>
                </c:pt>
                <c:pt idx="40">
                  <c:v>0.82454649955798154</c:v>
                </c:pt>
                <c:pt idx="41">
                  <c:v>0.78685412855970938</c:v>
                </c:pt>
                <c:pt idx="42">
                  <c:v>0.74788746976884923</c:v>
                </c:pt>
                <c:pt idx="43">
                  <c:v>0.72718560267175658</c:v>
                </c:pt>
                <c:pt idx="44">
                  <c:v>0.70784828541922706</c:v>
                </c:pt>
                <c:pt idx="45">
                  <c:v>0.66694630204337335</c:v>
                </c:pt>
                <c:pt idx="46">
                  <c:v>0.62540717477122543</c:v>
                </c:pt>
                <c:pt idx="47">
                  <c:v>0.58346186826518975</c:v>
                </c:pt>
                <c:pt idx="48">
                  <c:v>0.54136258531754955</c:v>
                </c:pt>
                <c:pt idx="49">
                  <c:v>0.49936152872058831</c:v>
                </c:pt>
                <c:pt idx="50">
                  <c:v>0.45772152033152708</c:v>
                </c:pt>
                <c:pt idx="51">
                  <c:v>0.41669210817641439</c:v>
                </c:pt>
                <c:pt idx="52">
                  <c:v>0.37653080458000249</c:v>
                </c:pt>
                <c:pt idx="53">
                  <c:v>0.33747388373716719</c:v>
                </c:pt>
                <c:pt idx="54">
                  <c:v>0.29975761984278448</c:v>
                </c:pt>
                <c:pt idx="55">
                  <c:v>0.26359439419561881</c:v>
                </c:pt>
                <c:pt idx="56">
                  <c:v>0.22917800473079319</c:v>
                </c:pt>
                <c:pt idx="57">
                  <c:v>0.19669428508472661</c:v>
                </c:pt>
                <c:pt idx="58">
                  <c:v>0.16629190216655471</c:v>
                </c:pt>
                <c:pt idx="59">
                  <c:v>0.16621756871198701</c:v>
                </c:pt>
                <c:pt idx="60">
                  <c:v>0.1381009395217703</c:v>
                </c:pt>
                <c:pt idx="61">
                  <c:v>0.1122222782672871</c:v>
                </c:pt>
                <c:pt idx="62">
                  <c:v>8.8722287558968993E-2</c:v>
                </c:pt>
                <c:pt idx="63">
                  <c:v>6.7624860292926817E-2</c:v>
                </c:pt>
                <c:pt idx="64">
                  <c:v>4.8919377404222593E-2</c:v>
                </c:pt>
                <c:pt idx="65">
                  <c:v>3.255008880193045E-2</c:v>
                </c:pt>
                <c:pt idx="66">
                  <c:v>1.8471863460062781E-2</c:v>
                </c:pt>
                <c:pt idx="67">
                  <c:v>6.7351419370764659E-3</c:v>
                </c:pt>
              </c:numCache>
            </c:numRef>
          </c:xVal>
          <c:yVal>
            <c:numRef>
              <c:f>Sheet1!$B$2:$B$69</c:f>
              <c:numCache>
                <c:formatCode>General</c:formatCode>
                <c:ptCount val="68"/>
                <c:pt idx="0">
                  <c:v>-0.811778</c:v>
                </c:pt>
                <c:pt idx="1">
                  <c:v>-0.93859199999999998</c:v>
                </c:pt>
                <c:pt idx="2">
                  <c:v>-1.02444</c:v>
                </c:pt>
                <c:pt idx="3">
                  <c:v>-1.0164500000000001</c:v>
                </c:pt>
                <c:pt idx="4">
                  <c:v>-0.97436400000000001</c:v>
                </c:pt>
                <c:pt idx="5">
                  <c:v>-0.95256700000000005</c:v>
                </c:pt>
                <c:pt idx="6">
                  <c:v>-0.95796000000000003</c:v>
                </c:pt>
                <c:pt idx="7">
                  <c:v>-0.95361499999999999</c:v>
                </c:pt>
                <c:pt idx="8">
                  <c:v>-0.90307899999999997</c:v>
                </c:pt>
                <c:pt idx="9">
                  <c:v>-0.810025</c:v>
                </c:pt>
                <c:pt idx="10">
                  <c:v>-0.80970600000000004</c:v>
                </c:pt>
                <c:pt idx="11">
                  <c:v>-0.72348699999999999</c:v>
                </c:pt>
                <c:pt idx="12">
                  <c:v>-0.66745399999999999</c:v>
                </c:pt>
                <c:pt idx="13">
                  <c:v>-0.62417500000000004</c:v>
                </c:pt>
                <c:pt idx="14">
                  <c:v>-0.58446900000000002</c:v>
                </c:pt>
                <c:pt idx="15">
                  <c:v>-0.54867500000000002</c:v>
                </c:pt>
                <c:pt idx="16">
                  <c:v>-0.51357399999999997</c:v>
                </c:pt>
                <c:pt idx="17">
                  <c:v>-0.47758200000000001</c:v>
                </c:pt>
                <c:pt idx="18">
                  <c:v>-0.44006699999999999</c:v>
                </c:pt>
                <c:pt idx="19">
                  <c:v>-0.39959800000000001</c:v>
                </c:pt>
                <c:pt idx="20">
                  <c:v>-0.35769499999999999</c:v>
                </c:pt>
                <c:pt idx="21">
                  <c:v>-0.31713000000000002</c:v>
                </c:pt>
                <c:pt idx="22">
                  <c:v>-0.28109600000000001</c:v>
                </c:pt>
                <c:pt idx="23">
                  <c:v>-0.24979499999999999</c:v>
                </c:pt>
                <c:pt idx="24">
                  <c:v>-0.221996</c:v>
                </c:pt>
                <c:pt idx="25">
                  <c:v>-0.21004800000000001</c:v>
                </c:pt>
                <c:pt idx="26">
                  <c:v>-0.20844499999999999</c:v>
                </c:pt>
                <c:pt idx="27">
                  <c:v>-0.210175</c:v>
                </c:pt>
                <c:pt idx="28">
                  <c:v>-0.21309900000000001</c:v>
                </c:pt>
                <c:pt idx="29">
                  <c:v>-0.215118</c:v>
                </c:pt>
                <c:pt idx="30">
                  <c:v>-0.21473400000000001</c:v>
                </c:pt>
                <c:pt idx="31">
                  <c:v>-0.21210699999999999</c:v>
                </c:pt>
                <c:pt idx="32">
                  <c:v>-0.208645</c:v>
                </c:pt>
                <c:pt idx="33">
                  <c:v>-0.204403</c:v>
                </c:pt>
                <c:pt idx="34">
                  <c:v>-0.202597</c:v>
                </c:pt>
                <c:pt idx="35">
                  <c:v>-0.20210600000000001</c:v>
                </c:pt>
                <c:pt idx="36">
                  <c:v>-0.201764</c:v>
                </c:pt>
                <c:pt idx="37">
                  <c:v>-0.203316</c:v>
                </c:pt>
                <c:pt idx="38">
                  <c:v>-0.20542299999999999</c:v>
                </c:pt>
                <c:pt idx="39">
                  <c:v>-0.20355899999999999</c:v>
                </c:pt>
                <c:pt idx="40">
                  <c:v>-0.19817100000000001</c:v>
                </c:pt>
                <c:pt idx="41">
                  <c:v>-0.192716</c:v>
                </c:pt>
                <c:pt idx="42">
                  <c:v>-0.19101699999999999</c:v>
                </c:pt>
                <c:pt idx="43">
                  <c:v>-0.193659</c:v>
                </c:pt>
                <c:pt idx="44">
                  <c:v>-0.208013</c:v>
                </c:pt>
                <c:pt idx="45">
                  <c:v>-0.24026900000000001</c:v>
                </c:pt>
                <c:pt idx="46">
                  <c:v>-0.273121</c:v>
                </c:pt>
                <c:pt idx="47">
                  <c:v>-0.30482599999999999</c:v>
                </c:pt>
                <c:pt idx="48">
                  <c:v>-0.33355699999999999</c:v>
                </c:pt>
                <c:pt idx="49">
                  <c:v>-0.358348</c:v>
                </c:pt>
                <c:pt idx="50">
                  <c:v>-0.37933</c:v>
                </c:pt>
                <c:pt idx="51">
                  <c:v>-0.39749400000000001</c:v>
                </c:pt>
                <c:pt idx="52">
                  <c:v>-0.41423900000000002</c:v>
                </c:pt>
                <c:pt idx="53">
                  <c:v>-0.43063099999999999</c:v>
                </c:pt>
                <c:pt idx="54">
                  <c:v>-0.44688299999999997</c:v>
                </c:pt>
                <c:pt idx="55">
                  <c:v>-0.46247500000000002</c:v>
                </c:pt>
                <c:pt idx="56">
                  <c:v>-0.477211</c:v>
                </c:pt>
                <c:pt idx="57">
                  <c:v>-0.490842</c:v>
                </c:pt>
                <c:pt idx="58">
                  <c:v>-0.50183</c:v>
                </c:pt>
                <c:pt idx="59">
                  <c:v>-0.50183699999999998</c:v>
                </c:pt>
                <c:pt idx="60">
                  <c:v>-0.52358400000000005</c:v>
                </c:pt>
                <c:pt idx="61">
                  <c:v>-0.53093400000000002</c:v>
                </c:pt>
                <c:pt idx="62">
                  <c:v>-0.53033200000000003</c:v>
                </c:pt>
                <c:pt idx="63">
                  <c:v>-0.54200400000000004</c:v>
                </c:pt>
                <c:pt idx="64">
                  <c:v>-0.60031400000000001</c:v>
                </c:pt>
                <c:pt idx="65">
                  <c:v>-0.70547400000000005</c:v>
                </c:pt>
                <c:pt idx="66">
                  <c:v>-0.80343699999999996</c:v>
                </c:pt>
                <c:pt idx="67">
                  <c:v>-0.83746699999999996</c:v>
                </c:pt>
              </c:numCache>
            </c:numRef>
          </c:yVal>
          <c:smooth val="0"/>
          <c:extLst>
            <c:ext xmlns:c16="http://schemas.microsoft.com/office/drawing/2014/chart" uri="{C3380CC4-5D6E-409C-BE32-E72D297353CC}">
              <c16:uniqueId val="{00000000-70C9-4416-A515-07048794648C}"/>
            </c:ext>
          </c:extLst>
        </c:ser>
        <c:ser>
          <c:idx val="0"/>
          <c:order val="1"/>
          <c:tx>
            <c:v>exp</c:v>
          </c:tx>
          <c:spPr>
            <a:ln w="25400" cap="rnd">
              <a:noFill/>
              <a:round/>
            </a:ln>
            <a:effectLst/>
          </c:spPr>
          <c:marker>
            <c:symbol val="circle"/>
            <c:size val="5"/>
            <c:spPr>
              <a:noFill/>
              <a:ln w="9525">
                <a:solidFill>
                  <a:schemeClr val="tx1"/>
                </a:solidFill>
              </a:ln>
              <a:effectLst/>
            </c:spPr>
          </c:marker>
          <c:xVal>
            <c:numRef>
              <c:f>Sheet1!$E:$E</c:f>
              <c:numCache>
                <c:formatCode>0.00E+00</c:formatCode>
                <c:ptCount val="1048576"/>
                <c:pt idx="0">
                  <c:v>0.94945999999999997</c:v>
                </c:pt>
                <c:pt idx="1">
                  <c:v>0.84958</c:v>
                </c:pt>
                <c:pt idx="2">
                  <c:v>0.75002000000000002</c:v>
                </c:pt>
                <c:pt idx="3">
                  <c:v>0.64956999999999998</c:v>
                </c:pt>
                <c:pt idx="4">
                  <c:v>0.54966999999999999</c:v>
                </c:pt>
                <c:pt idx="5">
                  <c:v>0.44969999999999999</c:v>
                </c:pt>
                <c:pt idx="6">
                  <c:v>0.34972999999999999</c:v>
                </c:pt>
                <c:pt idx="7">
                  <c:v>0.24976000000000001</c:v>
                </c:pt>
                <c:pt idx="8">
                  <c:v>0.14996000000000001</c:v>
                </c:pt>
                <c:pt idx="9">
                  <c:v>0.10038999999999999</c:v>
                </c:pt>
                <c:pt idx="10">
                  <c:v>6.5360000000000001E-2</c:v>
                </c:pt>
                <c:pt idx="11">
                  <c:v>4.0250000000000001E-2</c:v>
                </c:pt>
                <c:pt idx="12">
                  <c:v>1.985E-2</c:v>
                </c:pt>
                <c:pt idx="13">
                  <c:v>5.7800000000000004E-3</c:v>
                </c:pt>
                <c:pt idx="14">
                  <c:v>5.0000000000000001E-4</c:v>
                </c:pt>
                <c:pt idx="15">
                  <c:v>1.9300000000000001E-3</c:v>
                </c:pt>
                <c:pt idx="16">
                  <c:v>6.3E-3</c:v>
                </c:pt>
                <c:pt idx="17">
                  <c:v>1.265E-2</c:v>
                </c:pt>
                <c:pt idx="18">
                  <c:v>2.0119999999999999E-2</c:v>
                </c:pt>
                <c:pt idx="19">
                  <c:v>2.9989999999999999E-2</c:v>
                </c:pt>
                <c:pt idx="20">
                  <c:v>4.9950000000000001E-2</c:v>
                </c:pt>
                <c:pt idx="21">
                  <c:v>7.4819999999999998E-2</c:v>
                </c:pt>
                <c:pt idx="22">
                  <c:v>9.9900000000000003E-2</c:v>
                </c:pt>
                <c:pt idx="23">
                  <c:v>0.13976</c:v>
                </c:pt>
                <c:pt idx="24">
                  <c:v>0.17990999999999999</c:v>
                </c:pt>
                <c:pt idx="25">
                  <c:v>0.21990000000000001</c:v>
                </c:pt>
                <c:pt idx="26">
                  <c:v>0.25975999999999999</c:v>
                </c:pt>
                <c:pt idx="27">
                  <c:v>0.29986000000000002</c:v>
                </c:pt>
                <c:pt idx="28">
                  <c:v>0.33978999999999998</c:v>
                </c:pt>
                <c:pt idx="29">
                  <c:v>0.37975999999999999</c:v>
                </c:pt>
                <c:pt idx="30">
                  <c:v>0.41987999999999998</c:v>
                </c:pt>
                <c:pt idx="31">
                  <c:v>0.4597</c:v>
                </c:pt>
                <c:pt idx="32">
                  <c:v>0.49986999999999998</c:v>
                </c:pt>
                <c:pt idx="33">
                  <c:v>0.53974999999999995</c:v>
                </c:pt>
                <c:pt idx="34">
                  <c:v>0.57984999999999998</c:v>
                </c:pt>
                <c:pt idx="35">
                  <c:v>0.61975999999999998</c:v>
                </c:pt>
                <c:pt idx="36">
                  <c:v>0.65966000000000002</c:v>
                </c:pt>
                <c:pt idx="37">
                  <c:v>0.69979000000000002</c:v>
                </c:pt>
                <c:pt idx="38">
                  <c:v>0.73980000000000001</c:v>
                </c:pt>
                <c:pt idx="39">
                  <c:v>0.77942</c:v>
                </c:pt>
                <c:pt idx="40">
                  <c:v>0.81984999999999997</c:v>
                </c:pt>
                <c:pt idx="41">
                  <c:v>0.85943000000000003</c:v>
                </c:pt>
                <c:pt idx="42">
                  <c:v>0.89961000000000002</c:v>
                </c:pt>
                <c:pt idx="43">
                  <c:v>0.94959000000000005</c:v>
                </c:pt>
                <c:pt idx="44">
                  <c:v>0.98455000000000004</c:v>
                </c:pt>
              </c:numCache>
            </c:numRef>
          </c:xVal>
          <c:yVal>
            <c:numRef>
              <c:f>Sheet1!$F:$F</c:f>
              <c:numCache>
                <c:formatCode>0.00E+00</c:formatCode>
                <c:ptCount val="1048576"/>
                <c:pt idx="0">
                  <c:v>-4.6724999999999996E-3</c:v>
                </c:pt>
                <c:pt idx="1">
                  <c:v>-8.5448999999999997E-2</c:v>
                </c:pt>
                <c:pt idx="2">
                  <c:v>-0.14693000000000001</c:v>
                </c:pt>
                <c:pt idx="3">
                  <c:v>-0.18670999999999999</c:v>
                </c:pt>
                <c:pt idx="4">
                  <c:v>-0.22106999999999999</c:v>
                </c:pt>
                <c:pt idx="5">
                  <c:v>-0.26357999999999998</c:v>
                </c:pt>
                <c:pt idx="6">
                  <c:v>-0.30729000000000001</c:v>
                </c:pt>
                <c:pt idx="7">
                  <c:v>-0.28761999999999999</c:v>
                </c:pt>
                <c:pt idx="8">
                  <c:v>-0.25441999999999998</c:v>
                </c:pt>
                <c:pt idx="9">
                  <c:v>-0.22674</c:v>
                </c:pt>
                <c:pt idx="10">
                  <c:v>-0.16983999999999999</c:v>
                </c:pt>
                <c:pt idx="11">
                  <c:v>-8.3158999999999997E-2</c:v>
                </c:pt>
                <c:pt idx="12">
                  <c:v>8.1297999999999995E-2</c:v>
                </c:pt>
                <c:pt idx="13">
                  <c:v>0.51531000000000005</c:v>
                </c:pt>
                <c:pt idx="14">
                  <c:v>0.50012000000000001</c:v>
                </c:pt>
                <c:pt idx="15">
                  <c:v>-3.6738E-2</c:v>
                </c:pt>
                <c:pt idx="16">
                  <c:v>-0.51595000000000002</c:v>
                </c:pt>
                <c:pt idx="17">
                  <c:v>-0.89356999999999998</c:v>
                </c:pt>
                <c:pt idx="18">
                  <c:v>-1.2326999999999999</c:v>
                </c:pt>
                <c:pt idx="19">
                  <c:v>-1.4359999999999999</c:v>
                </c:pt>
                <c:pt idx="20">
                  <c:v>-1.492</c:v>
                </c:pt>
                <c:pt idx="21">
                  <c:v>-1.4810000000000001</c:v>
                </c:pt>
                <c:pt idx="22">
                  <c:v>-1.4236</c:v>
                </c:pt>
                <c:pt idx="23">
                  <c:v>-1.1165</c:v>
                </c:pt>
                <c:pt idx="24">
                  <c:v>-1.0585</c:v>
                </c:pt>
                <c:pt idx="25">
                  <c:v>-0.93918999999999997</c:v>
                </c:pt>
                <c:pt idx="26">
                  <c:v>-0.74156999999999995</c:v>
                </c:pt>
                <c:pt idx="27">
                  <c:v>-0.44069000000000003</c:v>
                </c:pt>
                <c:pt idx="28">
                  <c:v>-0.26739000000000002</c:v>
                </c:pt>
                <c:pt idx="29">
                  <c:v>-0.24939</c:v>
                </c:pt>
                <c:pt idx="30">
                  <c:v>-0.30291000000000001</c:v>
                </c:pt>
                <c:pt idx="31">
                  <c:v>-0.28993999999999998</c:v>
                </c:pt>
                <c:pt idx="32">
                  <c:v>-0.30642000000000003</c:v>
                </c:pt>
                <c:pt idx="33">
                  <c:v>-0.30707000000000001</c:v>
                </c:pt>
                <c:pt idx="34">
                  <c:v>-0.34459000000000001</c:v>
                </c:pt>
                <c:pt idx="35">
                  <c:v>-0.40684999999999999</c:v>
                </c:pt>
                <c:pt idx="36">
                  <c:v>-0.48026999999999997</c:v>
                </c:pt>
                <c:pt idx="37">
                  <c:v>-0.52729999999999999</c:v>
                </c:pt>
                <c:pt idx="38">
                  <c:v>-0.57126999999999994</c:v>
                </c:pt>
                <c:pt idx="39">
                  <c:v>-0.57984999999999998</c:v>
                </c:pt>
                <c:pt idx="40">
                  <c:v>-0.57879000000000003</c:v>
                </c:pt>
                <c:pt idx="41">
                  <c:v>-0.54232999999999998</c:v>
                </c:pt>
                <c:pt idx="42">
                  <c:v>-0.46914</c:v>
                </c:pt>
                <c:pt idx="43">
                  <c:v>-0.36009999999999998</c:v>
                </c:pt>
                <c:pt idx="44">
                  <c:v>-0.21368000000000001</c:v>
                </c:pt>
              </c:numCache>
            </c:numRef>
          </c:yVal>
          <c:smooth val="0"/>
          <c:extLst>
            <c:ext xmlns:c16="http://schemas.microsoft.com/office/drawing/2014/chart" uri="{C3380CC4-5D6E-409C-BE32-E72D297353CC}">
              <c16:uniqueId val="{00000001-70C9-4416-A515-07048794648C}"/>
            </c:ext>
          </c:extLst>
        </c:ser>
        <c:dLbls>
          <c:showLegendKey val="0"/>
          <c:showVal val="0"/>
          <c:showCatName val="0"/>
          <c:showSerName val="0"/>
          <c:showPercent val="0"/>
          <c:showBubbleSize val="0"/>
        </c:dLbls>
        <c:axId val="871663311"/>
        <c:axId val="871646991"/>
      </c:scatterChart>
      <c:valAx>
        <c:axId val="871663311"/>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871646991"/>
        <c:crosses val="autoZero"/>
        <c:crossBetween val="midCat"/>
      </c:valAx>
      <c:valAx>
        <c:axId val="871646991"/>
        <c:scaling>
          <c:orientation val="maxMin"/>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871663311"/>
        <c:crosses val="autoZero"/>
        <c:crossBetween val="midCat"/>
      </c:valAx>
    </c:plotArea>
    <c:legend>
      <c:legendPos val="r"/>
      <c:layout>
        <c:manualLayout>
          <c:xMode val="edge"/>
          <c:yMode val="edge"/>
          <c:x val="0.79479607302229449"/>
          <c:y val="0.17575021872265964"/>
          <c:w val="0.15614567706593038"/>
          <c:h val="0.16743438320209975"/>
        </c:manualLayout>
      </c:layout>
      <c:overlay val="0"/>
      <c:spPr>
        <a:ln>
          <a:solidFill>
            <a:schemeClr val="tx1"/>
          </a:solidFill>
        </a:ln>
      </c:spPr>
    </c:legend>
    <c:plotVisOnly val="1"/>
    <c:dispBlanksAs val="gap"/>
    <c:showDLblsOverMax val="0"/>
    <c:extLst/>
  </c:chart>
  <c:txPr>
    <a:bodyPr/>
    <a:lstStyle/>
    <a:p>
      <a:pPr>
        <a:defRPr/>
      </a:pPr>
      <a:endParaRPr lang="ko-K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7B2A49-4194-DEC1-A0E9-C196892F3043}"/>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37B035C-2D3C-DF40-F216-DC01F841AE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EB91EA6-6EAC-DDE6-A9C5-F1E52F65DD25}"/>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4665D372-6590-C999-EA7D-C9985C818A8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EE30ED6-5FB0-B5CE-F316-88556E861CDB}"/>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973312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22C5CBB-AD39-14F0-FCF8-620D75460BC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6F40716-B376-732E-B2DA-EBECFD18A812}"/>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25F51AB-B047-B32D-3E01-3525C2727482}"/>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0B52C9DB-E112-5B48-2324-5FFF3983A40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9C8818F-271B-95EC-DD0D-7AF528ECC72F}"/>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2632800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ACA494-5A95-655A-AE5F-073F3F8B4FF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F4BD47F-81FD-52E1-972F-7B7E6AFD93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A79A0E-5C5D-21C1-B287-E8E5413B282D}"/>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6B87E0DA-C84B-1459-717E-20C71025121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07449B-846B-64FD-4159-9060288C871A}"/>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992171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40D186-BD64-ABE3-85D5-5C22D8AF5B2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115C69C-6127-2858-4E30-515CF03126B9}"/>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86C4EF1A-4581-8E79-2EC2-570233AE07E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BFA78B0-5CD1-EDA6-CD92-69F1507C0EEF}"/>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6" name="바닥글 개체 틀 5">
            <a:extLst>
              <a:ext uri="{FF2B5EF4-FFF2-40B4-BE49-F238E27FC236}">
                <a16:creationId xmlns:a16="http://schemas.microsoft.com/office/drawing/2014/main" id="{FC673C2D-8189-7D55-3A16-11EA307A23F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0425FE4-B906-76FA-5F6F-6B2E2115487D}"/>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175125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4D8C19-64B5-7C0A-62AA-93F79E52DAB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07932E77-4FF5-778D-4D6C-7C55D8A465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CB61E8AD-7312-87DA-817C-CD9A0CF0F5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249089C-AB21-7670-D867-D19D3551BD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A9C6C65-102F-E818-FE1A-F7979CABEF7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E6D016D-8A5D-06DB-4C82-7BB1CD24BB5D}"/>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8" name="바닥글 개체 틀 7">
            <a:extLst>
              <a:ext uri="{FF2B5EF4-FFF2-40B4-BE49-F238E27FC236}">
                <a16:creationId xmlns:a16="http://schemas.microsoft.com/office/drawing/2014/main" id="{2D44C24C-546C-DD07-1180-C2512ADAD93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FC8A73C-9AC4-7C0A-8FBA-367F3664266A}"/>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352845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B1A1F09-890D-2978-F441-C5DC14C8B3BE}"/>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EFA064D-795A-D999-9FA6-8B6334081F20}"/>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4" name="바닥글 개체 틀 3">
            <a:extLst>
              <a:ext uri="{FF2B5EF4-FFF2-40B4-BE49-F238E27FC236}">
                <a16:creationId xmlns:a16="http://schemas.microsoft.com/office/drawing/2014/main" id="{0E2AE382-6F3E-353A-E95A-C81B975CB0D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C6CE960-52EB-0C15-577D-7DFF694EC22B}"/>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4055063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E976B877-7D63-40DC-0720-ABC850B6E540}"/>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3" name="바닥글 개체 틀 2">
            <a:extLst>
              <a:ext uri="{FF2B5EF4-FFF2-40B4-BE49-F238E27FC236}">
                <a16:creationId xmlns:a16="http://schemas.microsoft.com/office/drawing/2014/main" id="{E41F6B5A-E7D2-47E8-DF0B-7BE27139E7E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21343D8-0612-85C5-F7A3-A033E8BD781B}"/>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124592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F6735A6-17AA-B691-8720-B06B9F35163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63C258F5-9304-CB2F-6B2B-2CA52FD692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73BC24F9-1E04-0390-4540-20DB70C9B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7A576AF-DEC8-9E5C-76E1-CF47E218A00F}"/>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6" name="바닥글 개체 틀 5">
            <a:extLst>
              <a:ext uri="{FF2B5EF4-FFF2-40B4-BE49-F238E27FC236}">
                <a16:creationId xmlns:a16="http://schemas.microsoft.com/office/drawing/2014/main" id="{17B67DED-7ACA-073C-AF21-E79A59E73F6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AACED5A-6EBF-DDB0-A4F5-4DCD0684848F}"/>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281719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B274C60-FBAE-ED57-3DE0-7201310818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3A8B4D3C-8930-1F69-344D-FAE229316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90A1243A-ADCC-0BA6-2105-C808A509E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6683EE7-A46A-C894-F25E-73A989861675}"/>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6" name="바닥글 개체 틀 5">
            <a:extLst>
              <a:ext uri="{FF2B5EF4-FFF2-40B4-BE49-F238E27FC236}">
                <a16:creationId xmlns:a16="http://schemas.microsoft.com/office/drawing/2014/main" id="{81D7106C-FB2B-9587-0825-DAADB1C0A84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F3C54-F39C-ACBD-B465-33F499BF7143}"/>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3243449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FA2D46F-4034-6116-37CE-F5B9FE000F1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7BECC487-16DB-3895-25EA-88F0E68BD0B7}"/>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F008111-A35E-3E00-7E44-FB6A2726762C}"/>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91051AC0-72FE-01E9-98D9-54966551341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FF7D0C5-40BF-A3AB-FF3E-8D3027AA55FC}"/>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336775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EFDE41C-7A6A-7DE2-027B-EB2029290546}"/>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9846B83C-2CBC-A29E-3ED2-2EA97691E09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B9B5F02-C5D3-B4AF-9F61-1AB21F6DC6DA}"/>
              </a:ext>
            </a:extLst>
          </p:cNvPr>
          <p:cNvSpPr>
            <a:spLocks noGrp="1"/>
          </p:cNvSpPr>
          <p:nvPr>
            <p:ph type="dt" sz="half" idx="10"/>
          </p:nvPr>
        </p:nvSpPr>
        <p:spPr/>
        <p:txBody>
          <a:body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8C5EEFD9-781F-5EC8-14D0-72B38B8CCE1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890086C-60B3-036D-64E4-0EC1084E97F6}"/>
              </a:ext>
            </a:extLst>
          </p:cNvPr>
          <p:cNvSpPr>
            <a:spLocks noGrp="1"/>
          </p:cNvSpPr>
          <p:nvPr>
            <p:ph type="sldNum" sz="quarter" idx="12"/>
          </p:nvPr>
        </p:nvSpPr>
        <p:spPr/>
        <p:txBody>
          <a:body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409637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B22973C-F9AB-B74A-FA31-43D1CDB3FF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2EB83B2-69A4-8156-C283-653C81E05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C787A8C-AC60-050F-DB49-724379CBC4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9867FC-7512-428F-9714-004E33894BE8}" type="datetimeFigureOut">
              <a:rPr lang="ko-KR" altLang="en-US" smtClean="0"/>
              <a:t>2025-11-19</a:t>
            </a:fld>
            <a:endParaRPr lang="ko-KR" altLang="en-US"/>
          </a:p>
        </p:txBody>
      </p:sp>
      <p:sp>
        <p:nvSpPr>
          <p:cNvPr id="5" name="바닥글 개체 틀 4">
            <a:extLst>
              <a:ext uri="{FF2B5EF4-FFF2-40B4-BE49-F238E27FC236}">
                <a16:creationId xmlns:a16="http://schemas.microsoft.com/office/drawing/2014/main" id="{2A9CB38B-20E8-DF0E-1E87-69226CA68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2567267-4DE4-EE9E-E0AD-CB1704C02D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D35969-5AFF-433D-8C11-EC33A3D906BB}" type="slidenum">
              <a:rPr lang="ko-KR" altLang="en-US" smtClean="0"/>
              <a:t>‹#›</a:t>
            </a:fld>
            <a:endParaRPr lang="ko-KR" altLang="en-US"/>
          </a:p>
        </p:txBody>
      </p:sp>
    </p:spTree>
    <p:extLst>
      <p:ext uri="{BB962C8B-B14F-4D97-AF65-F5344CB8AC3E}">
        <p14:creationId xmlns:p14="http://schemas.microsoft.com/office/powerpoint/2010/main" val="1686721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5D5F630-4893-D7BE-673E-2C177BE7172A}"/>
              </a:ext>
            </a:extLst>
          </p:cNvPr>
          <p:cNvSpPr>
            <a:spLocks noGrp="1"/>
          </p:cNvSpPr>
          <p:nvPr>
            <p:ph type="ctrTitle"/>
          </p:nvPr>
        </p:nvSpPr>
        <p:spPr/>
        <p:txBody>
          <a:bodyPr/>
          <a:lstStyle/>
          <a:p>
            <a:r>
              <a:rPr lang="en-US" altLang="ko-KR" dirty="0">
                <a:latin typeface="나눔스퀘어 네오 Bold" panose="00000800000000000000" pitchFamily="2" charset="-127"/>
                <a:ea typeface="나눔스퀘어 네오 Bold" panose="00000800000000000000" pitchFamily="2" charset="-127"/>
              </a:rPr>
              <a:t>12</a:t>
            </a:r>
            <a:r>
              <a:rPr lang="ko-KR" altLang="en-US" dirty="0">
                <a:latin typeface="나눔스퀘어 네오 Bold" panose="00000800000000000000" pitchFamily="2" charset="-127"/>
                <a:ea typeface="나눔스퀘어 네오 Bold" panose="00000800000000000000" pitchFamily="2" charset="-127"/>
              </a:rPr>
              <a:t>주차 실습 보고서</a:t>
            </a:r>
          </a:p>
        </p:txBody>
      </p:sp>
      <p:sp>
        <p:nvSpPr>
          <p:cNvPr id="3" name="부제목 2">
            <a:extLst>
              <a:ext uri="{FF2B5EF4-FFF2-40B4-BE49-F238E27FC236}">
                <a16:creationId xmlns:a16="http://schemas.microsoft.com/office/drawing/2014/main" id="{EE86429E-F93C-088D-3DAC-0E682B9A7FCC}"/>
              </a:ext>
            </a:extLst>
          </p:cNvPr>
          <p:cNvSpPr>
            <a:spLocks noGrp="1"/>
          </p:cNvSpPr>
          <p:nvPr>
            <p:ph type="subTitle" idx="1"/>
          </p:nvPr>
        </p:nvSpPr>
        <p:spPr/>
        <p:txBody>
          <a:bodyPr/>
          <a:lstStyle/>
          <a:p>
            <a:r>
              <a:rPr lang="en-US" altLang="ko-KR" dirty="0">
                <a:latin typeface="나눔스퀘어 네오 Bold" panose="00000800000000000000" pitchFamily="2" charset="-127"/>
                <a:ea typeface="나눔스퀘어 네오 Bold" panose="00000800000000000000" pitchFamily="2" charset="-127"/>
              </a:rPr>
              <a:t>2021010502 </a:t>
            </a:r>
            <a:r>
              <a:rPr lang="ko-KR" altLang="en-US" dirty="0">
                <a:latin typeface="나눔스퀘어 네오 Bold" panose="00000800000000000000" pitchFamily="2" charset="-127"/>
                <a:ea typeface="나눔스퀘어 네오 Bold" panose="00000800000000000000" pitchFamily="2" charset="-127"/>
              </a:rPr>
              <a:t>왕세영</a:t>
            </a:r>
          </a:p>
        </p:txBody>
      </p:sp>
    </p:spTree>
    <p:extLst>
      <p:ext uri="{BB962C8B-B14F-4D97-AF65-F5344CB8AC3E}">
        <p14:creationId xmlns:p14="http://schemas.microsoft.com/office/powerpoint/2010/main" val="1601514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텍스트 개체 틀 3">
                <a:extLst>
                  <a:ext uri="{FF2B5EF4-FFF2-40B4-BE49-F238E27FC236}">
                    <a16:creationId xmlns:a16="http://schemas.microsoft.com/office/drawing/2014/main" id="{DE436B48-209D-CC84-BE87-7B196192229E}"/>
                  </a:ext>
                </a:extLst>
              </p:cNvPr>
              <p:cNvSpPr>
                <a:spLocks noGrp="1"/>
              </p:cNvSpPr>
              <p:nvPr>
                <p:ph type="body" sz="half" idx="2"/>
              </p:nvPr>
            </p:nvSpPr>
            <p:spPr>
              <a:xfrm>
                <a:off x="6165012" y="0"/>
                <a:ext cx="6026988" cy="6910672"/>
              </a:xfrm>
            </p:spPr>
            <p:txBody>
              <a:bodyPr>
                <a:normAutofit/>
              </a:bodyPr>
              <a:lstStyle/>
              <a:p>
                <a:r>
                  <a:rPr lang="en-US" altLang="ko-KR" dirty="0"/>
                  <a:t> </a:t>
                </a:r>
                <a:r>
                  <a:rPr lang="en-US" altLang="ko-KR" dirty="0">
                    <a:latin typeface="나눔스퀘어 네오 Bold" panose="00000800000000000000" pitchFamily="2" charset="-127"/>
                    <a:ea typeface="나눔스퀘어 네오 Bold" panose="00000800000000000000" pitchFamily="2" charset="-127"/>
                  </a:rPr>
                  <a:t>NASA</a:t>
                </a:r>
                <a:r>
                  <a:rPr lang="ko-KR" altLang="en-US" dirty="0">
                    <a:latin typeface="나눔스퀘어 네오 Bold" panose="00000800000000000000" pitchFamily="2" charset="-127"/>
                    <a:ea typeface="나눔스퀘어 네오 Bold" panose="00000800000000000000" pitchFamily="2" charset="-127"/>
                  </a:rPr>
                  <a:t>의 </a:t>
                </a:r>
                <a:r>
                  <a:rPr lang="en-US" altLang="ko-KR" dirty="0">
                    <a:latin typeface="나눔스퀘어 네오 Bold" panose="00000800000000000000" pitchFamily="2" charset="-127"/>
                    <a:ea typeface="나눔스퀘어 네오 Bold" panose="00000800000000000000" pitchFamily="2" charset="-127"/>
                  </a:rPr>
                  <a:t>Turbulence </a:t>
                </a:r>
                <a:r>
                  <a:rPr lang="en-US" altLang="ko-KR" b="1" dirty="0">
                    <a:latin typeface="나눔스퀘어 네오 Bold" panose="00000800000000000000" pitchFamily="2" charset="-127"/>
                    <a:ea typeface="나눔스퀘어 네오 Bold" panose="00000800000000000000" pitchFamily="2" charset="-127"/>
                  </a:rPr>
                  <a:t>ONERA M6 Wing Validation Case</a:t>
                </a:r>
                <a:r>
                  <a:rPr lang="ko-KR" altLang="en-US" b="1" dirty="0">
                    <a:latin typeface="나눔스퀘어 네오 Bold" panose="00000800000000000000" pitchFamily="2" charset="-127"/>
                    <a:ea typeface="나눔스퀘어 네오 Bold" panose="00000800000000000000" pitchFamily="2" charset="-127"/>
                  </a:rPr>
                  <a:t>의 데이터를 참고하여 </a:t>
                </a:r>
                <a:r>
                  <a:rPr lang="en-US" altLang="ko-KR" b="1" dirty="0">
                    <a:latin typeface="나눔스퀘어 네오 Bold" panose="00000800000000000000" pitchFamily="2" charset="-127"/>
                    <a:ea typeface="나눔스퀘어 네오 Bold" panose="00000800000000000000" pitchFamily="2" charset="-127"/>
                  </a:rPr>
                  <a:t>case_2565</a:t>
                </a:r>
                <a:r>
                  <a:rPr lang="ko-KR" altLang="en-US" b="1" dirty="0">
                    <a:latin typeface="나눔스퀘어 네오 Bold" panose="00000800000000000000" pitchFamily="2" charset="-127"/>
                    <a:ea typeface="나눔스퀘어 네오 Bold" panose="00000800000000000000" pitchFamily="2" charset="-127"/>
                  </a:rPr>
                  <a:t>의 해석조건을 동일하게 맞추고 실험데이터와 비교하며 </a:t>
                </a:r>
                <a:r>
                  <a:rPr lang="en-US" altLang="ko-KR" b="1" dirty="0">
                    <a:latin typeface="나눔스퀘어 네오 Bold" panose="00000800000000000000" pitchFamily="2" charset="-127"/>
                    <a:ea typeface="나눔스퀘어 네오 Bold" panose="00000800000000000000" pitchFamily="2" charset="-127"/>
                  </a:rPr>
                  <a:t>SU2 </a:t>
                </a:r>
                <a:r>
                  <a:rPr lang="ko-KR" altLang="en-US" b="1" dirty="0">
                    <a:latin typeface="나눔스퀘어 네오 Bold" panose="00000800000000000000" pitchFamily="2" charset="-127"/>
                    <a:ea typeface="나눔스퀘어 네오 Bold" panose="00000800000000000000" pitchFamily="2" charset="-127"/>
                  </a:rPr>
                  <a:t>소프트웨어에서 실행한 </a:t>
                </a:r>
                <a:r>
                  <a:rPr lang="en-US" altLang="ko-KR" b="1" dirty="0">
                    <a:latin typeface="나눔스퀘어 네오 Bold" panose="00000800000000000000" pitchFamily="2" charset="-127"/>
                    <a:ea typeface="나눔스퀘어 네오 Bold" panose="00000800000000000000" pitchFamily="2" charset="-127"/>
                  </a:rPr>
                  <a:t>ONERAM6 </a:t>
                </a:r>
                <a:r>
                  <a:rPr lang="ko-KR" altLang="en-US" b="1" dirty="0">
                    <a:latin typeface="나눔스퀘어 네오 Bold" panose="00000800000000000000" pitchFamily="2" charset="-127"/>
                    <a:ea typeface="나눔스퀘어 네오 Bold" panose="00000800000000000000" pitchFamily="2" charset="-127"/>
                  </a:rPr>
                  <a:t>를 검증한다</a:t>
                </a:r>
                <a:r>
                  <a:rPr lang="en-US" altLang="ko-KR" b="1" dirty="0">
                    <a:latin typeface="나눔스퀘어 네오 Bold" panose="00000800000000000000" pitchFamily="2" charset="-127"/>
                    <a:ea typeface="나눔스퀘어 네오 Bold" panose="00000800000000000000" pitchFamily="2" charset="-127"/>
                  </a:rPr>
                  <a:t>.</a:t>
                </a:r>
              </a:p>
              <a:p>
                <a:endParaRPr lang="en-US" altLang="ko-KR" b="1" dirty="0">
                  <a:latin typeface="나눔스퀘어 네오 Bold" panose="00000800000000000000" pitchFamily="2" charset="-127"/>
                  <a:ea typeface="나눔스퀘어 네오 Bold" panose="00000800000000000000" pitchFamily="2" charset="-127"/>
                </a:endParaRPr>
              </a:p>
              <a:p>
                <a:r>
                  <a:rPr lang="ko-KR" altLang="en-US" b="1" dirty="0">
                    <a:latin typeface="나눔스퀘어 네오 Bold" panose="00000800000000000000" pitchFamily="2" charset="-127"/>
                    <a:ea typeface="나눔스퀘어 네오 Bold" panose="00000800000000000000" pitchFamily="2" charset="-127"/>
                  </a:rPr>
                  <a:t>해석조건</a:t>
                </a:r>
                <a:endParaRPr lang="en-US" altLang="ko-KR" b="1" dirty="0">
                  <a:latin typeface="나눔스퀘어 네오 Bold" panose="00000800000000000000" pitchFamily="2" charset="-127"/>
                  <a:ea typeface="나눔스퀘어 네오 Bold" panose="00000800000000000000" pitchFamily="2" charset="-127"/>
                </a:endParaRPr>
              </a:p>
              <a:p>
                <a:pPr marL="285750" indent="-285750">
                  <a:buFont typeface="Arial" panose="020B0604020202020204" pitchFamily="34" charset="0"/>
                  <a:buChar char="•"/>
                </a:pPr>
                <a:r>
                  <a:rPr lang="en-US" altLang="ko-KR" b="1" dirty="0">
                    <a:latin typeface="나눔스퀘어 네오 Bold" panose="00000800000000000000" pitchFamily="2" charset="-127"/>
                    <a:ea typeface="나눔스퀘어 네오 Bold" panose="00000800000000000000" pitchFamily="2" charset="-127"/>
                  </a:rPr>
                  <a:t>Mach = 0.84</a:t>
                </a:r>
              </a:p>
              <a:p>
                <a:pPr marL="285750" indent="-285750">
                  <a:buFont typeface="Arial" panose="020B0604020202020204" pitchFamily="34" charset="0"/>
                  <a:buChar char="•"/>
                </a:pPr>
                <a:r>
                  <a:rPr lang="en-US" altLang="ko-KR" b="1" dirty="0" err="1">
                    <a:latin typeface="나눔스퀘어 네오 Bold" panose="00000800000000000000" pitchFamily="2" charset="-127"/>
                    <a:ea typeface="나눔스퀘어 네오 Bold" panose="00000800000000000000" pitchFamily="2" charset="-127"/>
                  </a:rPr>
                  <a:t>AoA</a:t>
                </a:r>
                <a:r>
                  <a:rPr lang="en-US" altLang="ko-KR" b="1" dirty="0">
                    <a:latin typeface="나눔스퀘어 네오 Bold" panose="00000800000000000000" pitchFamily="2" charset="-127"/>
                    <a:ea typeface="나눔스퀘어 네오 Bold" panose="00000800000000000000" pitchFamily="2" charset="-127"/>
                  </a:rPr>
                  <a:t> = 6.06deg</a:t>
                </a:r>
              </a:p>
              <a:p>
                <a:pPr marL="285750" indent="-285750">
                  <a:buFont typeface="Arial" panose="020B0604020202020204" pitchFamily="34" charset="0"/>
                  <a:buChar char="•"/>
                </a:pPr>
                <a:r>
                  <a:rPr lang="en-US" altLang="ko-KR" b="1" dirty="0">
                    <a:latin typeface="나눔스퀘어 네오 Bold" panose="00000800000000000000" pitchFamily="2" charset="-127"/>
                    <a:ea typeface="나눔스퀘어 네오 Bold" panose="00000800000000000000" pitchFamily="2" charset="-127"/>
                  </a:rPr>
                  <a:t>Reynolds Number = </a:t>
                </a:r>
                <a14:m>
                  <m:oMath xmlns:m="http://schemas.openxmlformats.org/officeDocument/2006/math">
                    <m:r>
                      <a:rPr lang="en-US" altLang="ko-KR" b="1" i="1" smtClean="0">
                        <a:latin typeface="Cambria Math" panose="02040503050406030204" pitchFamily="18" charset="0"/>
                      </a:rPr>
                      <m:t>𝟏𝟏</m:t>
                    </m:r>
                    <m:r>
                      <a:rPr lang="en-US" altLang="ko-KR" b="1" i="1" smtClean="0">
                        <a:latin typeface="Cambria Math" panose="02040503050406030204" pitchFamily="18" charset="0"/>
                      </a:rPr>
                      <m:t>.</m:t>
                    </m:r>
                    <m:r>
                      <a:rPr lang="en-US" altLang="ko-KR" b="1" i="1" smtClean="0">
                        <a:latin typeface="Cambria Math" panose="02040503050406030204" pitchFamily="18" charset="0"/>
                      </a:rPr>
                      <m:t>𝟕𝟐</m:t>
                    </m:r>
                    <m:r>
                      <a:rPr lang="en-US" altLang="ko-KR" b="1" i="1" smtClean="0">
                        <a:latin typeface="Cambria Math" panose="02040503050406030204" pitchFamily="18" charset="0"/>
                        <a:ea typeface="Cambria Math" panose="02040503050406030204" pitchFamily="18" charset="0"/>
                      </a:rPr>
                      <m:t>×</m:t>
                    </m:r>
                    <m:sSup>
                      <m:sSupPr>
                        <m:ctrlPr>
                          <a:rPr lang="en-US" altLang="ko-KR" b="1" i="1" smtClean="0">
                            <a:latin typeface="Cambria Math" panose="02040503050406030204" pitchFamily="18" charset="0"/>
                            <a:ea typeface="Cambria Math" panose="02040503050406030204" pitchFamily="18" charset="0"/>
                          </a:rPr>
                        </m:ctrlPr>
                      </m:sSupPr>
                      <m:e>
                        <m:r>
                          <a:rPr lang="en-US" altLang="ko-KR" b="1" i="1" smtClean="0">
                            <a:latin typeface="Cambria Math" panose="02040503050406030204" pitchFamily="18" charset="0"/>
                            <a:ea typeface="Cambria Math" panose="02040503050406030204" pitchFamily="18" charset="0"/>
                          </a:rPr>
                          <m:t>𝟏𝟎</m:t>
                        </m:r>
                      </m:e>
                      <m:sup>
                        <m:r>
                          <a:rPr lang="en-US" altLang="ko-KR" b="1" i="1" smtClean="0">
                            <a:latin typeface="Cambria Math" panose="02040503050406030204" pitchFamily="18" charset="0"/>
                            <a:ea typeface="Cambria Math" panose="02040503050406030204" pitchFamily="18" charset="0"/>
                          </a:rPr>
                          <m:t>𝟔</m:t>
                        </m:r>
                      </m:sup>
                    </m:sSup>
                  </m:oMath>
                </a14:m>
                <a:endParaRPr lang="en-US" altLang="ko-KR" dirty="0">
                  <a:latin typeface="나눔스퀘어 네오 Bold" panose="00000800000000000000" pitchFamily="2" charset="-127"/>
                  <a:ea typeface="나눔스퀘어 네오 Bold" panose="00000800000000000000" pitchFamily="2" charset="-127"/>
                </a:endParaRPr>
              </a:p>
              <a:p>
                <a:pPr marL="285750" indent="-285750">
                  <a:buFont typeface="Arial" panose="020B0604020202020204" pitchFamily="34" charset="0"/>
                  <a:buChar char="•"/>
                </a:pPr>
                <a:r>
                  <a:rPr lang="en-US" altLang="ko-KR" dirty="0">
                    <a:latin typeface="나눔스퀘어 네오 Bold" panose="00000800000000000000" pitchFamily="2" charset="-127"/>
                    <a:ea typeface="나눔스퀘어 네오 Bold" panose="00000800000000000000" pitchFamily="2" charset="-127"/>
                  </a:rPr>
                  <a:t>Span sections(y/b) = 0.2, 0.44, 0.65, 0.8, 0.9, 0.96, 0.99</a:t>
                </a:r>
              </a:p>
            </p:txBody>
          </p:sp>
        </mc:Choice>
        <mc:Fallback>
          <p:sp>
            <p:nvSpPr>
              <p:cNvPr id="4" name="텍스트 개체 틀 3">
                <a:extLst>
                  <a:ext uri="{FF2B5EF4-FFF2-40B4-BE49-F238E27FC236}">
                    <a16:creationId xmlns:a16="http://schemas.microsoft.com/office/drawing/2014/main" id="{DE436B48-209D-CC84-BE87-7B196192229E}"/>
                  </a:ext>
                </a:extLst>
              </p:cNvPr>
              <p:cNvSpPr>
                <a:spLocks noGrp="1" noRot="1" noChangeAspect="1" noMove="1" noResize="1" noEditPoints="1" noAdjustHandles="1" noChangeArrowheads="1" noChangeShapeType="1" noTextEdit="1"/>
              </p:cNvSpPr>
              <p:nvPr>
                <p:ph type="body" sz="half" idx="2"/>
              </p:nvPr>
            </p:nvSpPr>
            <p:spPr>
              <a:xfrm>
                <a:off x="6165012" y="0"/>
                <a:ext cx="6026988" cy="6910672"/>
              </a:xfrm>
              <a:blipFill>
                <a:blip r:embed="rId2"/>
                <a:stretch>
                  <a:fillRect l="-506" t="-617"/>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F0F411DE-51C3-9933-BE08-AFBFA57F029F}"/>
              </a:ext>
            </a:extLst>
          </p:cNvPr>
          <p:cNvPicPr>
            <a:picLocks noChangeAspect="1"/>
          </p:cNvPicPr>
          <p:nvPr/>
        </p:nvPicPr>
        <p:blipFill>
          <a:blip r:embed="rId3"/>
          <a:stretch>
            <a:fillRect/>
          </a:stretch>
        </p:blipFill>
        <p:spPr>
          <a:xfrm>
            <a:off x="0" y="0"/>
            <a:ext cx="6062417" cy="5400136"/>
          </a:xfrm>
          <a:prstGeom prst="rect">
            <a:avLst/>
          </a:prstGeom>
        </p:spPr>
      </p:pic>
    </p:spTree>
    <p:extLst>
      <p:ext uri="{BB962C8B-B14F-4D97-AF65-F5344CB8AC3E}">
        <p14:creationId xmlns:p14="http://schemas.microsoft.com/office/powerpoint/2010/main" val="862836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8BB33D2-0F37-E917-3137-33C37878FED8}"/>
              </a:ext>
            </a:extLst>
          </p:cNvPr>
          <p:cNvSpPr txBox="1"/>
          <p:nvPr/>
        </p:nvSpPr>
        <p:spPr>
          <a:xfrm>
            <a:off x="6042375" y="0"/>
            <a:ext cx="6149625" cy="1200329"/>
          </a:xfrm>
          <a:prstGeom prst="rect">
            <a:avLst/>
          </a:prstGeom>
          <a:noFill/>
        </p:spPr>
        <p:txBody>
          <a:bodyPr wrap="square" rtlCol="0">
            <a:spAutoFit/>
          </a:bodyPr>
          <a:lstStyle/>
          <a:p>
            <a:r>
              <a:rPr lang="ko-KR" altLang="en-US" dirty="0">
                <a:latin typeface="나눔스퀘어 네오 Bold" panose="00000800000000000000" pitchFamily="2" charset="-127"/>
                <a:ea typeface="나눔스퀘어 네오 Bold" panose="00000800000000000000" pitchFamily="2" charset="-127"/>
              </a:rPr>
              <a:t> 반복적인 데이터 처리 과정에서 발생할 수 있는 수작업 오류를 예방하고</a:t>
            </a:r>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대용량의</a:t>
            </a:r>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해석 데이터를 관리하기 위해 </a:t>
            </a:r>
            <a:r>
              <a:rPr lang="en-US" altLang="ko-KR" dirty="0">
                <a:latin typeface="나눔스퀘어 네오 Bold" panose="00000800000000000000" pitchFamily="2" charset="-127"/>
                <a:ea typeface="나눔스퀘어 네오 Bold" panose="00000800000000000000" pitchFamily="2" charset="-127"/>
              </a:rPr>
              <a:t>Python </a:t>
            </a:r>
            <a:r>
              <a:rPr lang="ko-KR" altLang="en-US" dirty="0">
                <a:latin typeface="나눔스퀘어 네오 Bold" panose="00000800000000000000" pitchFamily="2" charset="-127"/>
                <a:ea typeface="나눔스퀘어 네오 Bold" panose="00000800000000000000" pitchFamily="2" charset="-127"/>
              </a:rPr>
              <a:t>기반의 자동화 프로그램을 자체 개발하여 적용하였다</a:t>
            </a:r>
            <a:r>
              <a:rPr lang="en-US" altLang="ko-KR" dirty="0">
                <a:latin typeface="나눔스퀘어 네오 Bold" panose="00000800000000000000" pitchFamily="2" charset="-127"/>
                <a:ea typeface="나눔스퀘어 네오 Bold" panose="00000800000000000000" pitchFamily="2" charset="-127"/>
              </a:rPr>
              <a:t>.</a:t>
            </a:r>
          </a:p>
          <a:p>
            <a:endParaRPr lang="en-US" altLang="ko-KR" dirty="0">
              <a:latin typeface="나눔스퀘어 네오 Bold" panose="00000800000000000000" pitchFamily="2" charset="-127"/>
              <a:ea typeface="나눔스퀘어 네오 Bold" panose="00000800000000000000" pitchFamily="2" charset="-127"/>
            </a:endParaRPr>
          </a:p>
        </p:txBody>
      </p:sp>
      <p:pic>
        <p:nvPicPr>
          <p:cNvPr id="4" name="그림 3">
            <a:extLst>
              <a:ext uri="{FF2B5EF4-FFF2-40B4-BE49-F238E27FC236}">
                <a16:creationId xmlns:a16="http://schemas.microsoft.com/office/drawing/2014/main" id="{A05F3B97-61BB-50AB-4869-AADEAB610FE2}"/>
              </a:ext>
            </a:extLst>
          </p:cNvPr>
          <p:cNvPicPr>
            <a:picLocks noChangeAspect="1"/>
          </p:cNvPicPr>
          <p:nvPr/>
        </p:nvPicPr>
        <p:blipFill>
          <a:blip r:embed="rId2"/>
          <a:stretch>
            <a:fillRect/>
          </a:stretch>
        </p:blipFill>
        <p:spPr>
          <a:xfrm>
            <a:off x="-3" y="1429758"/>
            <a:ext cx="6042375" cy="857370"/>
          </a:xfrm>
          <a:prstGeom prst="rect">
            <a:avLst/>
          </a:prstGeom>
        </p:spPr>
      </p:pic>
      <p:pic>
        <p:nvPicPr>
          <p:cNvPr id="7" name="그림 6">
            <a:extLst>
              <a:ext uri="{FF2B5EF4-FFF2-40B4-BE49-F238E27FC236}">
                <a16:creationId xmlns:a16="http://schemas.microsoft.com/office/drawing/2014/main" id="{4BAD2461-E795-9A5D-A39C-776218CAD68B}"/>
              </a:ext>
            </a:extLst>
          </p:cNvPr>
          <p:cNvPicPr>
            <a:picLocks noChangeAspect="1"/>
          </p:cNvPicPr>
          <p:nvPr/>
        </p:nvPicPr>
        <p:blipFill>
          <a:blip r:embed="rId3"/>
          <a:stretch>
            <a:fillRect/>
          </a:stretch>
        </p:blipFill>
        <p:spPr>
          <a:xfrm>
            <a:off x="0" y="2433128"/>
            <a:ext cx="6042374" cy="1657007"/>
          </a:xfrm>
          <a:prstGeom prst="rect">
            <a:avLst/>
          </a:prstGeom>
        </p:spPr>
      </p:pic>
      <p:pic>
        <p:nvPicPr>
          <p:cNvPr id="9" name="그림 8">
            <a:extLst>
              <a:ext uri="{FF2B5EF4-FFF2-40B4-BE49-F238E27FC236}">
                <a16:creationId xmlns:a16="http://schemas.microsoft.com/office/drawing/2014/main" id="{366A0C7A-B083-CAA8-0E65-B8A87C86B6F7}"/>
              </a:ext>
            </a:extLst>
          </p:cNvPr>
          <p:cNvPicPr>
            <a:picLocks noChangeAspect="1"/>
          </p:cNvPicPr>
          <p:nvPr/>
        </p:nvPicPr>
        <p:blipFill>
          <a:blip r:embed="rId4"/>
          <a:stretch>
            <a:fillRect/>
          </a:stretch>
        </p:blipFill>
        <p:spPr>
          <a:xfrm>
            <a:off x="0" y="4236135"/>
            <a:ext cx="6042375" cy="781159"/>
          </a:xfrm>
          <a:prstGeom prst="rect">
            <a:avLst/>
          </a:prstGeom>
        </p:spPr>
      </p:pic>
      <p:pic>
        <p:nvPicPr>
          <p:cNvPr id="12" name="그림 11">
            <a:extLst>
              <a:ext uri="{FF2B5EF4-FFF2-40B4-BE49-F238E27FC236}">
                <a16:creationId xmlns:a16="http://schemas.microsoft.com/office/drawing/2014/main" id="{1A0365E5-DE81-5A02-F110-C14429F11F3D}"/>
              </a:ext>
            </a:extLst>
          </p:cNvPr>
          <p:cNvPicPr>
            <a:picLocks noChangeAspect="1"/>
          </p:cNvPicPr>
          <p:nvPr/>
        </p:nvPicPr>
        <p:blipFill>
          <a:blip r:embed="rId5"/>
          <a:stretch>
            <a:fillRect/>
          </a:stretch>
        </p:blipFill>
        <p:spPr>
          <a:xfrm>
            <a:off x="0" y="5163294"/>
            <a:ext cx="6042374" cy="400106"/>
          </a:xfrm>
          <a:prstGeom prst="rect">
            <a:avLst/>
          </a:prstGeom>
        </p:spPr>
      </p:pic>
      <p:sp>
        <p:nvSpPr>
          <p:cNvPr id="13" name="TextBox 12">
            <a:extLst>
              <a:ext uri="{FF2B5EF4-FFF2-40B4-BE49-F238E27FC236}">
                <a16:creationId xmlns:a16="http://schemas.microsoft.com/office/drawing/2014/main" id="{8686D59D-8F93-1E51-CD75-743E0E36E807}"/>
              </a:ext>
            </a:extLst>
          </p:cNvPr>
          <p:cNvSpPr txBox="1"/>
          <p:nvPr/>
        </p:nvSpPr>
        <p:spPr>
          <a:xfrm>
            <a:off x="6205268" y="1429758"/>
            <a:ext cx="5808453" cy="646331"/>
          </a:xfrm>
          <a:prstGeom prst="rect">
            <a:avLst/>
          </a:prstGeom>
          <a:noFill/>
        </p:spPr>
        <p:txBody>
          <a:bodyPr wrap="square" rtlCol="0">
            <a:spAutoFit/>
          </a:bodyPr>
          <a:lstStyle/>
          <a:p>
            <a:r>
              <a:rPr lang="en-US" altLang="ko-KR" dirty="0">
                <a:latin typeface="나눔스퀘어 네오 Bold" panose="00000800000000000000" pitchFamily="2" charset="-127"/>
                <a:ea typeface="나눔스퀘어 네오 Bold" panose="00000800000000000000" pitchFamily="2" charset="-127"/>
              </a:rPr>
              <a:t>Csv</a:t>
            </a:r>
            <a:r>
              <a:rPr lang="ko-KR" altLang="en-US" dirty="0">
                <a:latin typeface="나눔스퀘어 네오 Bold" panose="00000800000000000000" pitchFamily="2" charset="-127"/>
                <a:ea typeface="나눔스퀘어 네오 Bold" panose="00000800000000000000" pitchFamily="2" charset="-127"/>
              </a:rPr>
              <a:t>파일로 저장되는 데이터 파일을 직접 지정한 디렉토리 혹은 작업 중인 폴더 내에서 불러온다</a:t>
            </a:r>
            <a:r>
              <a:rPr lang="en-US" altLang="ko-KR" dirty="0">
                <a:latin typeface="나눔스퀘어 네오 Bold" panose="00000800000000000000" pitchFamily="2" charset="-127"/>
                <a:ea typeface="나눔스퀘어 네오 Bold" panose="00000800000000000000" pitchFamily="2" charset="-127"/>
              </a:rPr>
              <a:t>.</a:t>
            </a:r>
            <a:endParaRPr lang="ko-KR" altLang="en-US" dirty="0">
              <a:latin typeface="나눔스퀘어 네오 Bold" panose="00000800000000000000" pitchFamily="2" charset="-127"/>
              <a:ea typeface="나눔스퀘어 네오 Bold" panose="00000800000000000000" pitchFamily="2" charset="-127"/>
            </a:endParaRPr>
          </a:p>
        </p:txBody>
      </p:sp>
      <p:sp>
        <p:nvSpPr>
          <p:cNvPr id="14" name="TextBox 13">
            <a:extLst>
              <a:ext uri="{FF2B5EF4-FFF2-40B4-BE49-F238E27FC236}">
                <a16:creationId xmlns:a16="http://schemas.microsoft.com/office/drawing/2014/main" id="{19AFB85A-5E10-D584-5916-7FA6FC699CB8}"/>
              </a:ext>
            </a:extLst>
          </p:cNvPr>
          <p:cNvSpPr txBox="1"/>
          <p:nvPr/>
        </p:nvSpPr>
        <p:spPr>
          <a:xfrm>
            <a:off x="6245525" y="2433128"/>
            <a:ext cx="5808453" cy="646331"/>
          </a:xfrm>
          <a:prstGeom prst="rect">
            <a:avLst/>
          </a:prstGeom>
          <a:noFill/>
        </p:spPr>
        <p:txBody>
          <a:bodyPr wrap="square" rtlCol="0">
            <a:spAutoFit/>
          </a:bodyPr>
          <a:lstStyle/>
          <a:p>
            <a:r>
              <a:rPr lang="ko-KR" altLang="en-US" dirty="0" err="1">
                <a:latin typeface="나눔스퀘어 네오 Bold" panose="00000800000000000000" pitchFamily="2" charset="-127"/>
                <a:ea typeface="나눔스퀘어 네오 Bold" panose="00000800000000000000" pitchFamily="2" charset="-127"/>
              </a:rPr>
              <a:t>스팬길이를</a:t>
            </a:r>
            <a:r>
              <a:rPr lang="ko-KR" altLang="en-US" dirty="0">
                <a:latin typeface="나눔스퀘어 네오 Bold" panose="00000800000000000000" pitchFamily="2" charset="-127"/>
                <a:ea typeface="나눔스퀘어 네오 Bold" panose="00000800000000000000" pitchFamily="2" charset="-127"/>
              </a:rPr>
              <a:t> </a:t>
            </a:r>
            <a:r>
              <a:rPr lang="en-US" altLang="ko-KR" dirty="0">
                <a:latin typeface="나눔스퀘어 네오 Bold" panose="00000800000000000000" pitchFamily="2" charset="-127"/>
                <a:ea typeface="나눔스퀘어 네오 Bold" panose="00000800000000000000" pitchFamily="2" charset="-127"/>
              </a:rPr>
              <a:t>0</a:t>
            </a:r>
            <a:r>
              <a:rPr lang="ko-KR" altLang="en-US" dirty="0">
                <a:latin typeface="나눔스퀘어 네오 Bold" panose="00000800000000000000" pitchFamily="2" charset="-127"/>
                <a:ea typeface="나눔스퀘어 네오 Bold" panose="00000800000000000000" pitchFamily="2" charset="-127"/>
              </a:rPr>
              <a:t>부터 </a:t>
            </a:r>
            <a:r>
              <a:rPr lang="en-US" altLang="ko-KR" dirty="0">
                <a:latin typeface="나눔스퀘어 네오 Bold" panose="00000800000000000000" pitchFamily="2" charset="-127"/>
                <a:ea typeface="나눔스퀘어 네오 Bold" panose="00000800000000000000" pitchFamily="2" charset="-127"/>
              </a:rPr>
              <a:t>1</a:t>
            </a:r>
            <a:r>
              <a:rPr lang="ko-KR" altLang="en-US" dirty="0">
                <a:latin typeface="나눔스퀘어 네오 Bold" panose="00000800000000000000" pitchFamily="2" charset="-127"/>
                <a:ea typeface="나눔스퀘어 네오 Bold" panose="00000800000000000000" pitchFamily="2" charset="-127"/>
              </a:rPr>
              <a:t>의 범위 내로 </a:t>
            </a:r>
            <a:r>
              <a:rPr lang="ko-KR" altLang="en-US" dirty="0" err="1">
                <a:latin typeface="나눔스퀘어 네오 Bold" panose="00000800000000000000" pitchFamily="2" charset="-127"/>
                <a:ea typeface="나눔스퀘어 네오 Bold" panose="00000800000000000000" pitchFamily="2" charset="-127"/>
              </a:rPr>
              <a:t>정규화하는</a:t>
            </a:r>
            <a:r>
              <a:rPr lang="ko-KR" altLang="en-US" dirty="0">
                <a:latin typeface="나눔스퀘어 네오 Bold" panose="00000800000000000000" pitchFamily="2" charset="-127"/>
                <a:ea typeface="나눔스퀘어 네오 Bold" panose="00000800000000000000" pitchFamily="2" charset="-127"/>
              </a:rPr>
              <a:t> 수식 알고리즘을 활용하여 </a:t>
            </a:r>
            <a:r>
              <a:rPr lang="en-US" altLang="ko-KR" dirty="0">
                <a:latin typeface="나눔스퀘어 네오 Bold" panose="00000800000000000000" pitchFamily="2" charset="-127"/>
                <a:ea typeface="나눔스퀘어 네오 Bold" panose="00000800000000000000" pitchFamily="2" charset="-127"/>
              </a:rPr>
              <a:t>points_0</a:t>
            </a:r>
            <a:r>
              <a:rPr lang="ko-KR" altLang="en-US" dirty="0">
                <a:latin typeface="나눔스퀘어 네오 Bold" panose="00000800000000000000" pitchFamily="2" charset="-127"/>
                <a:ea typeface="나눔스퀘어 네오 Bold" panose="00000800000000000000" pitchFamily="2" charset="-127"/>
              </a:rPr>
              <a:t>에 대한 값을 정규화</a:t>
            </a:r>
          </a:p>
        </p:txBody>
      </p:sp>
      <p:sp>
        <p:nvSpPr>
          <p:cNvPr id="15" name="TextBox 14">
            <a:extLst>
              <a:ext uri="{FF2B5EF4-FFF2-40B4-BE49-F238E27FC236}">
                <a16:creationId xmlns:a16="http://schemas.microsoft.com/office/drawing/2014/main" id="{5362FC8D-F0B8-B155-A5AA-8419471FBCC4}"/>
              </a:ext>
            </a:extLst>
          </p:cNvPr>
          <p:cNvSpPr txBox="1"/>
          <p:nvPr/>
        </p:nvSpPr>
        <p:spPr>
          <a:xfrm>
            <a:off x="6245525" y="4231839"/>
            <a:ext cx="5808453" cy="646331"/>
          </a:xfrm>
          <a:prstGeom prst="rect">
            <a:avLst/>
          </a:prstGeom>
          <a:noFill/>
        </p:spPr>
        <p:txBody>
          <a:bodyPr wrap="square" rtlCol="0">
            <a:spAutoFit/>
          </a:bodyPr>
          <a:lstStyle/>
          <a:p>
            <a:r>
              <a:rPr lang="en-US" altLang="ko-KR" dirty="0">
                <a:latin typeface="나눔스퀘어 네오 Bold" panose="00000800000000000000" pitchFamily="2" charset="-127"/>
                <a:ea typeface="나눔스퀘어 네오 Bold" panose="00000800000000000000" pitchFamily="2" charset="-127"/>
              </a:rPr>
              <a:t>Point_2(z</a:t>
            </a:r>
            <a:r>
              <a:rPr lang="ko-KR" altLang="en-US" dirty="0">
                <a:latin typeface="나눔스퀘어 네오 Bold" panose="00000800000000000000" pitchFamily="2" charset="-127"/>
                <a:ea typeface="나눔스퀘어 네오 Bold" panose="00000800000000000000" pitchFamily="2" charset="-127"/>
              </a:rPr>
              <a:t>좌표</a:t>
            </a:r>
            <a:r>
              <a:rPr lang="en-US" altLang="ko-KR" dirty="0">
                <a:latin typeface="나눔스퀘어 네오 Bold" panose="00000800000000000000" pitchFamily="2" charset="-127"/>
                <a:ea typeface="나눔스퀘어 네오 Bold" panose="00000800000000000000" pitchFamily="2" charset="-127"/>
              </a:rPr>
              <a:t>)</a:t>
            </a:r>
            <a:r>
              <a:rPr lang="ko-KR" altLang="en-US" dirty="0">
                <a:latin typeface="나눔스퀘어 네오 Bold" panose="00000800000000000000" pitchFamily="2" charset="-127"/>
                <a:ea typeface="나눔스퀘어 네오 Bold" panose="00000800000000000000" pitchFamily="2" charset="-127"/>
              </a:rPr>
              <a:t>의 값을 양수와 음수에 따라 </a:t>
            </a:r>
            <a:r>
              <a:rPr lang="ko-KR" altLang="en-US" dirty="0" err="1">
                <a:latin typeface="나눔스퀘어 네오 Bold" panose="00000800000000000000" pitchFamily="2" charset="-127"/>
                <a:ea typeface="나눔스퀘어 네오 Bold" panose="00000800000000000000" pitchFamily="2" charset="-127"/>
              </a:rPr>
              <a:t>에어포일의</a:t>
            </a:r>
            <a:r>
              <a:rPr lang="ko-KR" altLang="en-US" dirty="0">
                <a:latin typeface="나눔스퀘어 네오 Bold" panose="00000800000000000000" pitchFamily="2" charset="-127"/>
                <a:ea typeface="나눔스퀘어 네오 Bold" panose="00000800000000000000" pitchFamily="2" charset="-127"/>
              </a:rPr>
              <a:t> 윗면과 아랫면으로 분리</a:t>
            </a:r>
          </a:p>
        </p:txBody>
      </p:sp>
      <p:sp>
        <p:nvSpPr>
          <p:cNvPr id="16" name="TextBox 15">
            <a:extLst>
              <a:ext uri="{FF2B5EF4-FFF2-40B4-BE49-F238E27FC236}">
                <a16:creationId xmlns:a16="http://schemas.microsoft.com/office/drawing/2014/main" id="{F93F21C1-DC5D-958B-5DF1-3F9F267FE3B9}"/>
              </a:ext>
            </a:extLst>
          </p:cNvPr>
          <p:cNvSpPr txBox="1"/>
          <p:nvPr/>
        </p:nvSpPr>
        <p:spPr>
          <a:xfrm>
            <a:off x="6205267" y="5163294"/>
            <a:ext cx="5808453" cy="369332"/>
          </a:xfrm>
          <a:prstGeom prst="rect">
            <a:avLst/>
          </a:prstGeom>
          <a:noFill/>
        </p:spPr>
        <p:txBody>
          <a:bodyPr wrap="square" rtlCol="0">
            <a:spAutoFit/>
          </a:bodyPr>
          <a:lstStyle/>
          <a:p>
            <a:r>
              <a:rPr lang="ko-KR" altLang="en-US" dirty="0">
                <a:latin typeface="나눔스퀘어 네오 Bold" panose="00000800000000000000" pitchFamily="2" charset="-127"/>
                <a:ea typeface="나눔스퀘어 네오 Bold" panose="00000800000000000000" pitchFamily="2" charset="-127"/>
              </a:rPr>
              <a:t>최종 </a:t>
            </a:r>
            <a:r>
              <a:rPr lang="ko-KR" altLang="en-US" dirty="0" err="1">
                <a:latin typeface="나눔스퀘어 네오 Bold" panose="00000800000000000000" pitchFamily="2" charset="-127"/>
                <a:ea typeface="나눔스퀘어 네오 Bold" panose="00000800000000000000" pitchFamily="2" charset="-127"/>
              </a:rPr>
              <a:t>정규화된</a:t>
            </a:r>
            <a:r>
              <a:rPr lang="ko-KR" altLang="en-US" dirty="0">
                <a:latin typeface="나눔스퀘어 네오 Bold" panose="00000800000000000000" pitchFamily="2" charset="-127"/>
                <a:ea typeface="나눔스퀘어 네오 Bold" panose="00000800000000000000" pitchFamily="2" charset="-127"/>
              </a:rPr>
              <a:t> 파일을 </a:t>
            </a:r>
            <a:r>
              <a:rPr lang="en-US" altLang="ko-KR" dirty="0">
                <a:latin typeface="나눔스퀘어 네오 Bold" panose="00000800000000000000" pitchFamily="2" charset="-127"/>
                <a:ea typeface="나눔스퀘어 네오 Bold" panose="00000800000000000000" pitchFamily="2" charset="-127"/>
              </a:rPr>
              <a:t>xlsx</a:t>
            </a:r>
            <a:r>
              <a:rPr lang="ko-KR" altLang="en-US" dirty="0">
                <a:latin typeface="나눔스퀘어 네오 Bold" panose="00000800000000000000" pitchFamily="2" charset="-127"/>
                <a:ea typeface="나눔스퀘어 네오 Bold" panose="00000800000000000000" pitchFamily="2" charset="-127"/>
              </a:rPr>
              <a:t>파일로 저장</a:t>
            </a:r>
          </a:p>
        </p:txBody>
      </p:sp>
      <p:sp>
        <p:nvSpPr>
          <p:cNvPr id="17" name="TextBox 16">
            <a:extLst>
              <a:ext uri="{FF2B5EF4-FFF2-40B4-BE49-F238E27FC236}">
                <a16:creationId xmlns:a16="http://schemas.microsoft.com/office/drawing/2014/main" id="{D760E89E-C4B0-3504-5F95-A6A52A895070}"/>
              </a:ext>
            </a:extLst>
          </p:cNvPr>
          <p:cNvSpPr txBox="1"/>
          <p:nvPr/>
        </p:nvSpPr>
        <p:spPr>
          <a:xfrm>
            <a:off x="6245525" y="5762445"/>
            <a:ext cx="5917722" cy="646331"/>
          </a:xfrm>
          <a:prstGeom prst="rect">
            <a:avLst/>
          </a:prstGeom>
          <a:noFill/>
        </p:spPr>
        <p:txBody>
          <a:bodyPr wrap="square" rtlCol="0">
            <a:spAutoFit/>
          </a:bodyPr>
          <a:lstStyle/>
          <a:p>
            <a:r>
              <a:rPr lang="ko-KR" altLang="en-US" dirty="0">
                <a:latin typeface="나눔스퀘어 네오 Bold" panose="00000800000000000000" pitchFamily="2" charset="-127"/>
                <a:ea typeface="나눔스퀘어 네오 Bold" panose="00000800000000000000" pitchFamily="2" charset="-127"/>
              </a:rPr>
              <a:t>해당 </a:t>
            </a:r>
            <a:r>
              <a:rPr lang="en-US" altLang="ko-KR" dirty="0">
                <a:latin typeface="나눔스퀘어 네오 Bold" panose="00000800000000000000" pitchFamily="2" charset="-127"/>
                <a:ea typeface="나눔스퀘어 네오 Bold" panose="00000800000000000000" pitchFamily="2" charset="-127"/>
              </a:rPr>
              <a:t>Python</a:t>
            </a:r>
            <a:r>
              <a:rPr lang="ko-KR" altLang="en-US" dirty="0">
                <a:latin typeface="나눔스퀘어 네오 Bold" panose="00000800000000000000" pitchFamily="2" charset="-127"/>
                <a:ea typeface="나눔스퀘어 네오 Bold" panose="00000800000000000000" pitchFamily="2" charset="-127"/>
              </a:rPr>
              <a:t> 프로그램은 </a:t>
            </a:r>
            <a:r>
              <a:rPr lang="en-US" altLang="ko-KR" dirty="0" err="1">
                <a:latin typeface="나눔스퀘어 네오 Bold" panose="00000800000000000000" pitchFamily="2" charset="-127"/>
                <a:ea typeface="나눔스퀘어 네오 Bold" panose="00000800000000000000" pitchFamily="2" charset="-127"/>
              </a:rPr>
              <a:t>Github</a:t>
            </a:r>
            <a:r>
              <a:rPr lang="ko-KR" altLang="en-US" dirty="0">
                <a:latin typeface="나눔스퀘어 네오 Bold" panose="00000800000000000000" pitchFamily="2" charset="-127"/>
                <a:ea typeface="나눔스퀘어 네오 Bold" panose="00000800000000000000" pitchFamily="2" charset="-127"/>
              </a:rPr>
              <a:t>에 올려뒀으므로 필요시 누구나 사용할 수 있게 </a:t>
            </a:r>
            <a:r>
              <a:rPr lang="ko-KR" altLang="en-US" dirty="0" err="1">
                <a:latin typeface="나눔스퀘어 네오 Bold" panose="00000800000000000000" pitchFamily="2" charset="-127"/>
                <a:ea typeface="나눔스퀘어 네오 Bold" panose="00000800000000000000" pitchFamily="2" charset="-127"/>
              </a:rPr>
              <a:t>공개해뒀다</a:t>
            </a:r>
            <a:r>
              <a:rPr lang="en-US" altLang="ko-KR" dirty="0">
                <a:latin typeface="나눔스퀘어 네오 Bold" panose="00000800000000000000" pitchFamily="2" charset="-127"/>
                <a:ea typeface="나눔스퀘어 네오 Bold" panose="00000800000000000000" pitchFamily="2" charset="-127"/>
              </a:rPr>
              <a:t>.</a:t>
            </a:r>
            <a:endParaRPr lang="ko-KR" altLang="en-US" dirty="0">
              <a:latin typeface="나눔스퀘어 네오 Bold" panose="00000800000000000000" pitchFamily="2" charset="-127"/>
              <a:ea typeface="나눔스퀘어 네오 Bold" panose="00000800000000000000" pitchFamily="2" charset="-127"/>
            </a:endParaRPr>
          </a:p>
        </p:txBody>
      </p:sp>
    </p:spTree>
    <p:extLst>
      <p:ext uri="{BB962C8B-B14F-4D97-AF65-F5344CB8AC3E}">
        <p14:creationId xmlns:p14="http://schemas.microsoft.com/office/powerpoint/2010/main" val="1449174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E3B34-8B27-2E65-CF79-0754A87068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E3EA35B-11C0-D68E-27D2-E5A8B68F287A}"/>
              </a:ext>
            </a:extLst>
          </p:cNvPr>
          <p:cNvSpPr>
            <a:spLocks noChangeArrowheads="1"/>
          </p:cNvSpPr>
          <p:nvPr/>
        </p:nvSpPr>
        <p:spPr bwMode="auto">
          <a:xfrm>
            <a:off x="6096000" y="2018581"/>
            <a:ext cx="6096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latin typeface="Arial" panose="020B0604020202020204" pitchFamily="34" charset="0"/>
                <a:ea typeface="Google Sans Text"/>
              </a:rPr>
              <a:t>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SU2 해석 결과는 전반적으로 실험 데이터와 매우 높은 일치도를 보이고 있다. 특히, 유동이 비교적 안정한 날개 아랫면의 압력 분포는 실험값과 거의 완벽하게 겹쳐지는 모습을 보여주며, 이는 기본적인 양력 면에서의 유동 해석이 정확하게 수행되었음을 시사한다.</a:t>
            </a:r>
            <a:endParaRPr kumimoji="0" lang="en-US" altLang="ko-KR" sz="1600" b="0"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해당 섹션의 가장 큰 공력학적 특징은 날개 윗면에서 발생하는 충격파</a:t>
            </a: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현상이다. 그래프의 </a:t>
            </a: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x/c = 0.15</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 부근에서 충격파에 의한 압력 회복이 관찰되며, 이후 </a:t>
            </a: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x/c = 0.6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부근에서 충격파에 의한 급격한 압력 상승이 발생한다.</a:t>
            </a:r>
            <a:endParaRPr kumimoji="0" lang="en-US" altLang="ko-KR" sz="1600" b="0"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결과적으로 SU2는 </a:t>
            </a:r>
            <a:r>
              <a:rPr kumimoji="0" lang="ko-KR" altLang="ko-KR" sz="1600" b="0" i="0" u="none" strike="noStrike" cap="none" normalizeH="0" baseline="0" dirty="0" err="1">
                <a:ln>
                  <a:noFill/>
                </a:ln>
                <a:solidFill>
                  <a:schemeClr val="tx1"/>
                </a:solidFill>
                <a:effectLst/>
                <a:latin typeface="Arial" panose="020B0604020202020204" pitchFamily="34" charset="0"/>
                <a:ea typeface="Google Sans Text"/>
              </a:rPr>
              <a:t>Onera</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 M6의 유동 특성을 물리적으로</a:t>
            </a:r>
            <a:r>
              <a:rPr kumimoji="0" lang="en-US" altLang="ko-KR" sz="1600" b="0" i="0" u="none" strike="noStrike" cap="none" normalizeH="0" baseline="0" dirty="0">
                <a:ln>
                  <a:noFill/>
                </a:ln>
                <a:solidFill>
                  <a:schemeClr val="tx1"/>
                </a:solidFill>
                <a:effectLst/>
                <a:latin typeface="Arial" panose="020B0604020202020204" pitchFamily="34" charset="0"/>
                <a:ea typeface="Google Sans Text"/>
              </a:rPr>
              <a:t> </a:t>
            </a:r>
            <a:r>
              <a:rPr kumimoji="0" lang="ko-KR" altLang="ko-KR" sz="1600" b="0" i="0" u="none" strike="noStrike" cap="none" normalizeH="0" baseline="0" dirty="0">
                <a:ln>
                  <a:noFill/>
                </a:ln>
                <a:solidFill>
                  <a:schemeClr val="tx1"/>
                </a:solidFill>
                <a:effectLst/>
                <a:latin typeface="Arial" panose="020B0604020202020204" pitchFamily="34" charset="0"/>
                <a:ea typeface="Google Sans Text"/>
              </a:rPr>
              <a:t>타당하게 모사하고 있으며, 실험값과의 비교를 통해 해석 신뢰성이 확보되었다고 판단된다.</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graphicFrame>
        <p:nvGraphicFramePr>
          <p:cNvPr id="3" name="차트 2">
            <a:extLst>
              <a:ext uri="{FF2B5EF4-FFF2-40B4-BE49-F238E27FC236}">
                <a16:creationId xmlns:a16="http://schemas.microsoft.com/office/drawing/2014/main" id="{4C7665FE-9872-1A5E-8452-A03AB0CF0948}"/>
              </a:ext>
            </a:extLst>
          </p:cNvPr>
          <p:cNvGraphicFramePr>
            <a:graphicFrameLocks/>
          </p:cNvGraphicFramePr>
          <p:nvPr>
            <p:extLst>
              <p:ext uri="{D42A27DB-BD31-4B8C-83A1-F6EECF244321}">
                <p14:modId xmlns:p14="http://schemas.microsoft.com/office/powerpoint/2010/main" val="1468157243"/>
              </p:ext>
            </p:extLst>
          </p:nvPr>
        </p:nvGraphicFramePr>
        <p:xfrm>
          <a:off x="629858" y="216783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72F04A69-4CD2-45BE-3EBF-7B2DBB4C6FA1}"/>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1 : 0.2</a:t>
            </a:r>
            <a:endParaRPr lang="ko-KR" altLang="en-US" sz="2400" dirty="0">
              <a:latin typeface="나눔스퀘어 네오 Bold" panose="00000800000000000000" pitchFamily="2" charset="-127"/>
              <a:ea typeface="나눔스퀘어 네오 Bold" panose="00000800000000000000" pitchFamily="2" charset="-127"/>
            </a:endParaRPr>
          </a:p>
        </p:txBody>
      </p:sp>
    </p:spTree>
    <p:extLst>
      <p:ext uri="{BB962C8B-B14F-4D97-AF65-F5344CB8AC3E}">
        <p14:creationId xmlns:p14="http://schemas.microsoft.com/office/powerpoint/2010/main" val="1319998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870BB-A651-1D6B-2845-A2B69DF35F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CD62CD-EB5B-602C-FD30-E29C7DE313A5}"/>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2 : 0.44</a:t>
            </a:r>
            <a:endParaRPr lang="ko-KR" altLang="en-US" sz="2400" dirty="0">
              <a:latin typeface="나눔스퀘어 네오 Bold" panose="00000800000000000000" pitchFamily="2" charset="-127"/>
              <a:ea typeface="나눔스퀘어 네오 Bold" panose="00000800000000000000" pitchFamily="2" charset="-127"/>
            </a:endParaRPr>
          </a:p>
        </p:txBody>
      </p:sp>
      <p:sp>
        <p:nvSpPr>
          <p:cNvPr id="4" name="Rectangle 1">
            <a:extLst>
              <a:ext uri="{FF2B5EF4-FFF2-40B4-BE49-F238E27FC236}">
                <a16:creationId xmlns:a16="http://schemas.microsoft.com/office/drawing/2014/main" id="{2B1A4DF2-6158-BC4D-5B03-C20FE0B59EB2}"/>
              </a:ext>
            </a:extLst>
          </p:cNvPr>
          <p:cNvSpPr>
            <a:spLocks noChangeArrowheads="1"/>
          </p:cNvSpPr>
          <p:nvPr/>
        </p:nvSpPr>
        <p:spPr bwMode="auto">
          <a:xfrm>
            <a:off x="6096000" y="1166843"/>
            <a:ext cx="6096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본 그래프는 </a:t>
            </a:r>
            <a:r>
              <a:rPr kumimoji="0" lang="ko-KR" altLang="ko-KR" sz="1600" b="0" i="0" u="none" strike="noStrike" cap="none" normalizeH="0" baseline="0" dirty="0" err="1">
                <a:ln>
                  <a:noFill/>
                </a:ln>
                <a:solidFill>
                  <a:schemeClr val="tx1"/>
                </a:solidFill>
                <a:effectLst/>
                <a:latin typeface="나눔스퀘어 네오 Bold" panose="00000800000000000000" pitchFamily="2" charset="-127"/>
                <a:ea typeface="나눔스퀘어 네오 Bold" panose="00000800000000000000" pitchFamily="2" charset="-127"/>
              </a:rPr>
              <a:t>Onera</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M6 날개의 중간 지점인  0.</a:t>
            </a: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44</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섹션에서의 압력 계수 분포를 나타낸 것으로, 해당 날개 형상의 가장 핵심적인 특징인 충격파현상이 뚜렷하게 관찰되는 구간</a:t>
            </a:r>
            <a:r>
              <a:rPr lang="ko-KR" altLang="en-US" sz="1600" dirty="0">
                <a:latin typeface="나눔스퀘어 네오 Bold" panose="00000800000000000000" pitchFamily="2" charset="-127"/>
                <a:ea typeface="나눔스퀘어 네오 Bold" panose="00000800000000000000" pitchFamily="2" charset="-127"/>
              </a:rPr>
              <a:t>이</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다. </a:t>
            </a:r>
            <a:endPar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latin typeface="나눔스퀘어 네오 Bold" panose="00000800000000000000" pitchFamily="2" charset="-127"/>
                <a:ea typeface="나눔스퀘어 네오 Bold" panose="00000800000000000000" pitchFamily="2" charset="-127"/>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우선 날개 아랫면의 데이터를 살펴보면, SU2 해석 결과인 실선과 NASA 실험 데이터인 점이 전 구간에서 완벽하게 겹쳐지는 것을 볼 수 있어, 받음각이나 마하수와 같은 기본적인 유동 해석 조건이 매우 적절하게 설정되었음을 확인할 수 있</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다</a:t>
            </a: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ko-KR" sz="1600" dirty="0">
              <a:latin typeface="나눔스퀘어 네오 Bold" panose="00000800000000000000" pitchFamily="2" charset="-127"/>
              <a:ea typeface="나눔스퀘어 네오 Bold" panose="00000800000000000000" pitchFamily="2"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가장 중요한 날개 윗면의 경우, 0.15 지점과 0.60 지점 부근에서 두 번에 걸쳐 압력이 급격히 변하는 충격파를</a:t>
            </a: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포착하였</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다</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다만 충격파가 발생하는  위치와 압력 회복의 기울기 면에서는 실험값과 미세한 차이가 관찰</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된다</a:t>
            </a: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이러한 차이는 급격한 압력 변화를 표현하는 계산 격자 해상도의 물리적 한계와 평균적인 유동 흐름을 계산하는 난류 모델의 특성</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으로부터 발생한</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것으로 판단되나, 충격파의 발생 메커니즘과 경향성 자체는 </a:t>
            </a:r>
            <a:r>
              <a:rPr lang="ko-KR" altLang="en-US" sz="1600" dirty="0">
                <a:latin typeface="나눔스퀘어 네오 Bold" panose="00000800000000000000" pitchFamily="2" charset="-127"/>
                <a:ea typeface="나눔스퀘어 네오 Bold" panose="00000800000000000000" pitchFamily="2" charset="-127"/>
              </a:rPr>
              <a:t>유</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사</a:t>
            </a:r>
            <a:r>
              <a:rPr lang="ko-KR" altLang="en-US" sz="1600" dirty="0">
                <a:latin typeface="나눔스퀘어 네오 Bold" panose="00000800000000000000" pitchFamily="2" charset="-127"/>
                <a:ea typeface="나눔스퀘어 네오 Bold" panose="00000800000000000000" pitchFamily="2" charset="-127"/>
              </a:rPr>
              <a:t>한</a:t>
            </a:r>
            <a:r>
              <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점에서 본 해석 결과는 충분한 타당성을 확보했다고 볼 수 있</a:t>
            </a:r>
            <a:r>
              <a:rPr kumimoji="0" lang="ko-KR" altLang="en-US"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다</a:t>
            </a: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p:txBody>
      </p:sp>
      <p:graphicFrame>
        <p:nvGraphicFramePr>
          <p:cNvPr id="6" name="차트 5">
            <a:extLst>
              <a:ext uri="{FF2B5EF4-FFF2-40B4-BE49-F238E27FC236}">
                <a16:creationId xmlns:a16="http://schemas.microsoft.com/office/drawing/2014/main" id="{2AA34EA2-424C-2DC7-10E5-8838498161EA}"/>
              </a:ext>
            </a:extLst>
          </p:cNvPr>
          <p:cNvGraphicFramePr>
            <a:graphicFrameLocks/>
          </p:cNvGraphicFramePr>
          <p:nvPr>
            <p:extLst>
              <p:ext uri="{D42A27DB-BD31-4B8C-83A1-F6EECF244321}">
                <p14:modId xmlns:p14="http://schemas.microsoft.com/office/powerpoint/2010/main" val="3465620960"/>
              </p:ext>
            </p:extLst>
          </p:nvPr>
        </p:nvGraphicFramePr>
        <p:xfrm>
          <a:off x="437071"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7835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12E39-5E46-069A-8A03-4FAF6011D0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95A532-EF7E-D0DA-00BE-F3096FCE6CB9}"/>
              </a:ext>
            </a:extLst>
          </p:cNvPr>
          <p:cNvSpPr>
            <a:spLocks noChangeArrowheads="1"/>
          </p:cNvSpPr>
          <p:nvPr/>
        </p:nvSpPr>
        <p:spPr bwMode="auto">
          <a:xfrm>
            <a:off x="6096000" y="2264802"/>
            <a:ext cx="6096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latinLnBrk="0" hangingPunct="0">
              <a:spcBef>
                <a:spcPct val="0"/>
              </a:spcBef>
              <a:spcAft>
                <a:spcPct val="0"/>
              </a:spcAft>
            </a:pPr>
            <a:r>
              <a:rPr lang="ko-KR" altLang="en-US" sz="1600" dirty="0">
                <a:latin typeface="나눔스퀘어 네오 Bold" panose="00000800000000000000" pitchFamily="2" charset="-127"/>
                <a:ea typeface="나눔스퀘어 네오 Bold" panose="00000800000000000000" pitchFamily="2" charset="-127"/>
              </a:rPr>
              <a:t>본 그래프는 날개 </a:t>
            </a:r>
            <a:r>
              <a:rPr lang="ko-KR" altLang="en-US" sz="1600" dirty="0" err="1">
                <a:latin typeface="나눔스퀘어 네오 Bold" panose="00000800000000000000" pitchFamily="2" charset="-127"/>
                <a:ea typeface="나눔스퀘어 네오 Bold" panose="00000800000000000000" pitchFamily="2" charset="-127"/>
              </a:rPr>
              <a:t>스팬의</a:t>
            </a:r>
            <a:r>
              <a:rPr lang="ko-KR" altLang="en-US" sz="1600" dirty="0">
                <a:latin typeface="나눔스퀘어 네오 Bold" panose="00000800000000000000" pitchFamily="2" charset="-127"/>
                <a:ea typeface="나눔스퀘어 네오 Bold" panose="00000800000000000000" pitchFamily="2" charset="-127"/>
              </a:rPr>
              <a:t> </a:t>
            </a:r>
            <a:r>
              <a:rPr lang="en-US" altLang="ko-KR" sz="1600" dirty="0">
                <a:latin typeface="나눔스퀘어 네오 Bold" panose="00000800000000000000" pitchFamily="2" charset="-127"/>
                <a:ea typeface="나눔스퀘어 네오 Bold" panose="00000800000000000000" pitchFamily="2" charset="-127"/>
              </a:rPr>
              <a:t>65% </a:t>
            </a:r>
            <a:r>
              <a:rPr lang="ko-KR" altLang="en-US" sz="1600" dirty="0">
                <a:latin typeface="나눔스퀘어 네오 Bold" panose="00000800000000000000" pitchFamily="2" charset="-127"/>
                <a:ea typeface="나눔스퀘어 네오 Bold" panose="00000800000000000000" pitchFamily="2" charset="-127"/>
              </a:rPr>
              <a:t>섹션의 해석 결과로</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윗면의 압력 분포가 한 번에 회복되지 않고 마치 계단처럼 두 번에 걸쳐 꺾이는 독특한 형태를 보이고 있다</a:t>
            </a:r>
            <a:r>
              <a:rPr lang="en-US" altLang="ko-KR" sz="1600" dirty="0">
                <a:latin typeface="나눔스퀘어 네오 Bold" panose="00000800000000000000" pitchFamily="2" charset="-127"/>
                <a:ea typeface="나눔스퀘어 네오 Bold" panose="00000800000000000000" pitchFamily="2" charset="-127"/>
              </a:rPr>
              <a:t>.</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우선 날개 아랫면은 실험값과 완벽하게 일치하여 해석의 기본 설정이 정확함을 입증하였고</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유동이 훨씬 복잡한 윗면에서도 </a:t>
            </a:r>
            <a:r>
              <a:rPr lang="en-US" altLang="ko-KR" sz="1600" dirty="0">
                <a:latin typeface="나눔스퀘어 네오 Bold" panose="00000800000000000000" pitchFamily="2" charset="-127"/>
                <a:ea typeface="나눔스퀘어 네오 Bold" panose="00000800000000000000" pitchFamily="2" charset="-127"/>
              </a:rPr>
              <a:t>SU2 </a:t>
            </a:r>
            <a:r>
              <a:rPr lang="ko-KR" altLang="en-US" sz="1600" dirty="0">
                <a:latin typeface="나눔스퀘어 네오 Bold" panose="00000800000000000000" pitchFamily="2" charset="-127"/>
                <a:ea typeface="나눔스퀘어 네오 Bold" panose="00000800000000000000" pitchFamily="2" charset="-127"/>
              </a:rPr>
              <a:t>해석 결과는 이러한 계단형 압력 변화와 강한 흡입 피크의 전반적인 형상을 실험 데이터와 매우 유사하게 재현해 냈다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비록 급격한 압력 변화가 일어나는 구간에서 실험값과 미세한 위치 차이가 관찰되지만</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이는 단순한 충격파보다 훨씬 해석하기 까다로운 복잡한 형태의 유동 특성을 해석 코드가 놓치지 않고 물리적으로 타당하게 모사하고 있음을 보여주는 유의미한 결과로 판단된다</a:t>
            </a:r>
            <a:r>
              <a:rPr lang="en-US" altLang="ko-KR" sz="1600" dirty="0">
                <a:latin typeface="나눔스퀘어 네오 Bold" panose="00000800000000000000" pitchFamily="2" charset="-127"/>
                <a:ea typeface="나눔스퀘어 네오 Bold" panose="00000800000000000000" pitchFamily="2" charset="-127"/>
              </a:rPr>
              <a:t>.</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p:txBody>
      </p:sp>
      <p:sp>
        <p:nvSpPr>
          <p:cNvPr id="5" name="TextBox 4">
            <a:extLst>
              <a:ext uri="{FF2B5EF4-FFF2-40B4-BE49-F238E27FC236}">
                <a16:creationId xmlns:a16="http://schemas.microsoft.com/office/drawing/2014/main" id="{C89463C9-51B9-3A16-EEA8-C68D0E168A9E}"/>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3 : 0.65</a:t>
            </a:r>
            <a:endParaRPr lang="ko-KR" altLang="en-US" sz="2400" dirty="0">
              <a:latin typeface="나눔스퀘어 네오 Bold" panose="00000800000000000000" pitchFamily="2" charset="-127"/>
              <a:ea typeface="나눔스퀘어 네오 Bold" panose="00000800000000000000" pitchFamily="2" charset="-127"/>
            </a:endParaRPr>
          </a:p>
        </p:txBody>
      </p:sp>
      <p:graphicFrame>
        <p:nvGraphicFramePr>
          <p:cNvPr id="6" name="차트 5">
            <a:extLst>
              <a:ext uri="{FF2B5EF4-FFF2-40B4-BE49-F238E27FC236}">
                <a16:creationId xmlns:a16="http://schemas.microsoft.com/office/drawing/2014/main" id="{6B2500B0-EE3A-36D7-623C-D8A98E7754EA}"/>
              </a:ext>
            </a:extLst>
          </p:cNvPr>
          <p:cNvGraphicFramePr>
            <a:graphicFrameLocks/>
          </p:cNvGraphicFramePr>
          <p:nvPr>
            <p:extLst>
              <p:ext uri="{D42A27DB-BD31-4B8C-83A1-F6EECF244321}">
                <p14:modId xmlns:p14="http://schemas.microsoft.com/office/powerpoint/2010/main" val="1080406127"/>
              </p:ext>
            </p:extLst>
          </p:nvPr>
        </p:nvGraphicFramePr>
        <p:xfrm>
          <a:off x="435710" y="2409892"/>
          <a:ext cx="4573361" cy="27568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75732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B98F6-485D-57BC-DCE0-D521FC065E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02FF8B-B978-0F8D-A6E8-658CD8B292DB}"/>
              </a:ext>
            </a:extLst>
          </p:cNvPr>
          <p:cNvSpPr>
            <a:spLocks noChangeArrowheads="1"/>
          </p:cNvSpPr>
          <p:nvPr/>
        </p:nvSpPr>
        <p:spPr bwMode="auto">
          <a:xfrm>
            <a:off x="6096000" y="2141691"/>
            <a:ext cx="60960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latinLnBrk="0" hangingPunct="0">
              <a:spcBef>
                <a:spcPct val="0"/>
              </a:spcBef>
              <a:spcAft>
                <a:spcPct val="0"/>
              </a:spcAft>
            </a:pPr>
            <a:r>
              <a:rPr lang="ko-KR" altLang="en-US" sz="1600" dirty="0">
                <a:latin typeface="나눔스퀘어 네오 Bold" panose="00000800000000000000" pitchFamily="2" charset="-127"/>
                <a:ea typeface="나눔스퀘어 네오 Bold" panose="00000800000000000000" pitchFamily="2" charset="-127"/>
              </a:rPr>
              <a:t> 이 그래프는 날개 길이의 </a:t>
            </a:r>
            <a:r>
              <a:rPr lang="en-US" altLang="ko-KR" sz="1600" dirty="0">
                <a:latin typeface="나눔스퀘어 네오 Bold" panose="00000800000000000000" pitchFamily="2" charset="-127"/>
                <a:ea typeface="나눔스퀘어 네오 Bold" panose="00000800000000000000" pitchFamily="2" charset="-127"/>
              </a:rPr>
              <a:t>80% </a:t>
            </a:r>
            <a:r>
              <a:rPr lang="ko-KR" altLang="en-US" sz="1600" dirty="0">
                <a:latin typeface="나눔스퀘어 네오 Bold" panose="00000800000000000000" pitchFamily="2" charset="-127"/>
                <a:ea typeface="나눔스퀘어 네오 Bold" panose="00000800000000000000" pitchFamily="2" charset="-127"/>
              </a:rPr>
              <a:t>섹션의 결과로</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a:t>
            </a:r>
            <a:r>
              <a:rPr lang="ko-KR" altLang="en-US" sz="1600" dirty="0" err="1">
                <a:latin typeface="나눔스퀘어 네오 Bold" panose="00000800000000000000" pitchFamily="2" charset="-127"/>
                <a:ea typeface="나눔스퀘어 네오 Bold" panose="00000800000000000000" pitchFamily="2" charset="-127"/>
              </a:rPr>
              <a:t>끝쪽으로</a:t>
            </a:r>
            <a:r>
              <a:rPr lang="ko-KR" altLang="en-US" sz="1600" dirty="0">
                <a:latin typeface="나눔스퀘어 네오 Bold" panose="00000800000000000000" pitchFamily="2" charset="-127"/>
                <a:ea typeface="나눔스퀘어 네오 Bold" panose="00000800000000000000" pitchFamily="2" charset="-127"/>
              </a:rPr>
              <a:t> 갈수록 공기 흐름이 가속되어 윗면 앞부분에서 강한 흡입력이 발생하는 구간이다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먼저 날개 아랫면을 살펴보면</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실험 데이터와 해석 결과가 오차 없이 일치하여 기본적인 해석 설정이 타당함을 보여준다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윗면의 경우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앞전에서 공기가 급격히 빨라지며 압력이 낮아지는 형태를 보인다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충격파가 발생하는 정확한 위치와 압력이 회복되는 기울기에서 실험값과 미세한 차이가 나타나는데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이는 수치 해석 모델이 완벽하게 따라잡기에는 물리적인 한계가 있다고 판단한다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하지만 전체적으로 충격파의 강도와 위치를 물리적으로 타당하게 예측하고 있어 공학적으로 유의미한 결과라 할 수 있다</a:t>
            </a:r>
            <a:r>
              <a:rPr lang="en-US" altLang="ko-KR" sz="1600" dirty="0">
                <a:latin typeface="나눔스퀘어 네오 Bold" panose="00000800000000000000" pitchFamily="2" charset="-127"/>
                <a:ea typeface="나눔스퀘어 네오 Bold" panose="00000800000000000000" pitchFamily="2" charset="-127"/>
              </a:rPr>
              <a:t>.</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p:txBody>
      </p:sp>
      <p:sp>
        <p:nvSpPr>
          <p:cNvPr id="5" name="TextBox 4">
            <a:extLst>
              <a:ext uri="{FF2B5EF4-FFF2-40B4-BE49-F238E27FC236}">
                <a16:creationId xmlns:a16="http://schemas.microsoft.com/office/drawing/2014/main" id="{296366C9-912C-3114-E7C9-4F08964EE48D}"/>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4 : 0.8</a:t>
            </a:r>
            <a:endParaRPr lang="ko-KR" altLang="en-US" sz="2400" dirty="0">
              <a:latin typeface="나눔스퀘어 네오 Bold" panose="00000800000000000000" pitchFamily="2" charset="-127"/>
              <a:ea typeface="나눔스퀘어 네오 Bold" panose="00000800000000000000" pitchFamily="2" charset="-127"/>
            </a:endParaRPr>
          </a:p>
        </p:txBody>
      </p:sp>
      <p:graphicFrame>
        <p:nvGraphicFramePr>
          <p:cNvPr id="3" name="차트 2">
            <a:extLst>
              <a:ext uri="{FF2B5EF4-FFF2-40B4-BE49-F238E27FC236}">
                <a16:creationId xmlns:a16="http://schemas.microsoft.com/office/drawing/2014/main" id="{9253D590-10D3-ADE1-F920-43612ED3DDE2}"/>
              </a:ext>
            </a:extLst>
          </p:cNvPr>
          <p:cNvGraphicFramePr>
            <a:graphicFrameLocks/>
          </p:cNvGraphicFramePr>
          <p:nvPr>
            <p:extLst>
              <p:ext uri="{D42A27DB-BD31-4B8C-83A1-F6EECF244321}">
                <p14:modId xmlns:p14="http://schemas.microsoft.com/office/powerpoint/2010/main" val="2072402735"/>
              </p:ext>
            </p:extLst>
          </p:nvPr>
        </p:nvGraphicFramePr>
        <p:xfrm>
          <a:off x="437071" y="2416696"/>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463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855BE-01FC-6A38-9F3A-818851B7E0C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22EA381-8254-6650-9C24-D01DF3DA33F8}"/>
              </a:ext>
            </a:extLst>
          </p:cNvPr>
          <p:cNvSpPr>
            <a:spLocks noChangeArrowheads="1"/>
          </p:cNvSpPr>
          <p:nvPr/>
        </p:nvSpPr>
        <p:spPr bwMode="auto">
          <a:xfrm>
            <a:off x="6096000" y="1772360"/>
            <a:ext cx="60960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latinLnBrk="0" hangingPunct="0">
              <a:spcBef>
                <a:spcPct val="0"/>
              </a:spcBef>
              <a:spcAft>
                <a:spcPct val="0"/>
              </a:spcAft>
            </a:pPr>
            <a:r>
              <a:rPr lang="ko-KR" altLang="en-US" sz="1600" dirty="0">
                <a:latin typeface="나눔스퀘어 네오 Bold" panose="00000800000000000000" pitchFamily="2" charset="-127"/>
                <a:ea typeface="나눔스퀘어 네오 Bold" panose="00000800000000000000" pitchFamily="2" charset="-127"/>
              </a:rPr>
              <a:t>본 그래프는 날개 길이의 </a:t>
            </a:r>
            <a:r>
              <a:rPr lang="en-US" altLang="ko-KR" sz="1600" dirty="0">
                <a:latin typeface="나눔스퀘어 네오 Bold" panose="00000800000000000000" pitchFamily="2" charset="-127"/>
                <a:ea typeface="나눔스퀘어 네오 Bold" panose="00000800000000000000" pitchFamily="2" charset="-127"/>
              </a:rPr>
              <a:t>90% </a:t>
            </a:r>
            <a:r>
              <a:rPr lang="ko-KR" altLang="en-US" sz="1600" dirty="0">
                <a:latin typeface="나눔스퀘어 네오 Bold" panose="00000800000000000000" pitchFamily="2" charset="-127"/>
                <a:ea typeface="나눔스퀘어 네오 Bold" panose="00000800000000000000" pitchFamily="2" charset="-127"/>
              </a:rPr>
              <a:t>섹션의 해석 결과로</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끝단에서 발생하는 </a:t>
            </a:r>
            <a:r>
              <a:rPr lang="en-US" altLang="ko-KR" sz="1600" dirty="0">
                <a:latin typeface="나눔스퀘어 네오 Bold" panose="00000800000000000000" pitchFamily="2" charset="-127"/>
                <a:ea typeface="나눔스퀘어 네오 Bold" panose="00000800000000000000" pitchFamily="2" charset="-127"/>
              </a:rPr>
              <a:t>3</a:t>
            </a:r>
            <a:r>
              <a:rPr lang="ko-KR" altLang="en-US" sz="1600" dirty="0">
                <a:latin typeface="나눔스퀘어 네오 Bold" panose="00000800000000000000" pitchFamily="2" charset="-127"/>
                <a:ea typeface="나눔스퀘어 네오 Bold" panose="00000800000000000000" pitchFamily="2" charset="-127"/>
              </a:rPr>
              <a:t>차원 와류의 영향이 강하게 나타나는 구간이다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우선 날개 아랫면을 살펴보면 실험 데이터와 해석 결과가 거의 완벽하게 일치하여 기본적인 유동 해석 조건이 적절함을 알 수 있다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윗면의 경우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앞부분에서 공기 속도가 급격히 빨라지며 강한 충격파가 형성되는데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해석 결과는 이러한 충격파의 발생을  포착하였다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다만 충격파가 발생하는 위치와 압력이 회복되는 양상에서 실험값과 다소 차이가 관찰되는데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이는 날개 끝단의 강한 와류가 충격파와 섞이면서 발생하는 복잡한 유동 현상을 수치 해석 모델이 완벽하게 모사하기 어렵기 때문이다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그러나 전반적인 압력 분포의 형태와 흐름은 실험 데이터의 경향을 충실히 따르고 있어 공학적으로 타당한 결과라 판단된다</a:t>
            </a:r>
            <a:r>
              <a:rPr lang="en-US" altLang="ko-KR" sz="1600" dirty="0">
                <a:latin typeface="나눔스퀘어 네오 Bold" panose="00000800000000000000" pitchFamily="2" charset="-127"/>
                <a:ea typeface="나눔스퀘어 네오 Bold" panose="00000800000000000000" pitchFamily="2" charset="-127"/>
              </a:rPr>
              <a:t>.</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p:txBody>
      </p:sp>
      <p:sp>
        <p:nvSpPr>
          <p:cNvPr id="5" name="TextBox 4">
            <a:extLst>
              <a:ext uri="{FF2B5EF4-FFF2-40B4-BE49-F238E27FC236}">
                <a16:creationId xmlns:a16="http://schemas.microsoft.com/office/drawing/2014/main" id="{6D0820C2-C6DF-485B-9857-DE109E4B946D}"/>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5 : 0.9</a:t>
            </a:r>
            <a:endParaRPr lang="ko-KR" altLang="en-US" sz="2400" dirty="0">
              <a:latin typeface="나눔스퀘어 네오 Bold" panose="00000800000000000000" pitchFamily="2" charset="-127"/>
              <a:ea typeface="나눔스퀘어 네오 Bold" panose="00000800000000000000" pitchFamily="2" charset="-127"/>
            </a:endParaRPr>
          </a:p>
        </p:txBody>
      </p:sp>
      <p:graphicFrame>
        <p:nvGraphicFramePr>
          <p:cNvPr id="4" name="차트 3">
            <a:extLst>
              <a:ext uri="{FF2B5EF4-FFF2-40B4-BE49-F238E27FC236}">
                <a16:creationId xmlns:a16="http://schemas.microsoft.com/office/drawing/2014/main" id="{D72D0025-2FAD-E43C-D39E-806E2C9817C4}"/>
              </a:ext>
            </a:extLst>
          </p:cNvPr>
          <p:cNvGraphicFramePr>
            <a:graphicFrameLocks/>
          </p:cNvGraphicFramePr>
          <p:nvPr>
            <p:extLst>
              <p:ext uri="{D42A27DB-BD31-4B8C-83A1-F6EECF244321}">
                <p14:modId xmlns:p14="http://schemas.microsoft.com/office/powerpoint/2010/main" val="344360960"/>
              </p:ext>
            </p:extLst>
          </p:nvPr>
        </p:nvGraphicFramePr>
        <p:xfrm>
          <a:off x="437071" y="241669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5846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E1CB6-7A07-CC60-2758-69C4EB79EE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1210E9-253A-E005-7A4E-0C9603039028}"/>
              </a:ext>
            </a:extLst>
          </p:cNvPr>
          <p:cNvSpPr>
            <a:spLocks noChangeArrowheads="1"/>
          </p:cNvSpPr>
          <p:nvPr/>
        </p:nvSpPr>
        <p:spPr bwMode="auto">
          <a:xfrm>
            <a:off x="6096000" y="2141693"/>
            <a:ext cx="60960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latinLnBrk="0" hangingPunct="0">
              <a:spcBef>
                <a:spcPct val="0"/>
              </a:spcBef>
              <a:spcAft>
                <a:spcPct val="0"/>
              </a:spcAft>
            </a:pPr>
            <a:r>
              <a:rPr lang="en-US" altLang="ko-KR" sz="1600" dirty="0" err="1">
                <a:latin typeface="나눔스퀘어 네오 Bold" panose="00000800000000000000" pitchFamily="2" charset="-127"/>
                <a:ea typeface="나눔스퀘어 네오 Bold" panose="00000800000000000000" pitchFamily="2" charset="-127"/>
              </a:rPr>
              <a:t>Onera</a:t>
            </a:r>
            <a:r>
              <a:rPr lang="en-US" altLang="ko-KR" sz="1600" dirty="0">
                <a:latin typeface="나눔스퀘어 네오 Bold" panose="00000800000000000000" pitchFamily="2" charset="-127"/>
                <a:ea typeface="나눔스퀘어 네오 Bold" panose="00000800000000000000" pitchFamily="2" charset="-127"/>
              </a:rPr>
              <a:t> M6 </a:t>
            </a:r>
            <a:r>
              <a:rPr lang="ko-KR" altLang="en-US" sz="1600" dirty="0">
                <a:latin typeface="나눔스퀘어 네오 Bold" panose="00000800000000000000" pitchFamily="2" charset="-127"/>
                <a:ea typeface="나눔스퀘어 네오 Bold" panose="00000800000000000000" pitchFamily="2" charset="-127"/>
              </a:rPr>
              <a:t>날개의 </a:t>
            </a:r>
            <a:r>
              <a:rPr lang="en-US" altLang="ko-KR" sz="1600" dirty="0">
                <a:latin typeface="나눔스퀘어 네오 Bold" panose="00000800000000000000" pitchFamily="2" charset="-127"/>
                <a:ea typeface="나눔스퀘어 네오 Bold" panose="00000800000000000000" pitchFamily="2" charset="-127"/>
              </a:rPr>
              <a:t>96% </a:t>
            </a:r>
            <a:r>
              <a:rPr lang="ko-KR" altLang="en-US" sz="1600" dirty="0">
                <a:latin typeface="나눔스퀘어 네오 Bold" panose="00000800000000000000" pitchFamily="2" charset="-127"/>
                <a:ea typeface="나눔스퀘어 네오 Bold" panose="00000800000000000000" pitchFamily="2" charset="-127"/>
              </a:rPr>
              <a:t>섹션의 해석 결과로</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끝단에서 발생하는 </a:t>
            </a:r>
            <a:r>
              <a:rPr lang="en-US" altLang="ko-KR" sz="1600" dirty="0">
                <a:latin typeface="나눔스퀘어 네오 Bold" panose="00000800000000000000" pitchFamily="2" charset="-127"/>
                <a:ea typeface="나눔스퀘어 네오 Bold" panose="00000800000000000000" pitchFamily="2" charset="-127"/>
              </a:rPr>
              <a:t>3</a:t>
            </a:r>
            <a:r>
              <a:rPr lang="ko-KR" altLang="en-US" sz="1600" dirty="0">
                <a:latin typeface="나눔스퀘어 네오 Bold" panose="00000800000000000000" pitchFamily="2" charset="-127"/>
                <a:ea typeface="나눔스퀘어 네오 Bold" panose="00000800000000000000" pitchFamily="2" charset="-127"/>
              </a:rPr>
              <a:t>차원 유동의 영향이 가장 극대화되는 구간이다</a:t>
            </a:r>
            <a:r>
              <a:rPr lang="en-US" altLang="ko-KR" sz="1600" dirty="0">
                <a:latin typeface="나눔스퀘어 네오 Bold" panose="00000800000000000000" pitchFamily="2" charset="-127"/>
                <a:ea typeface="나눔스퀘어 네오 Bold" panose="00000800000000000000" pitchFamily="2" charset="-127"/>
              </a:rPr>
              <a:t>.</a:t>
            </a:r>
          </a:p>
          <a:p>
            <a:pPr lvl="0" eaLnBrk="0" fontAlgn="base" latinLnBrk="0" hangingPunct="0">
              <a:spcBef>
                <a:spcPct val="0"/>
              </a:spcBef>
              <a:spcAft>
                <a:spcPct val="0"/>
              </a:spcAft>
            </a:pPr>
            <a:r>
              <a:rPr kumimoji="0" lang="en-US"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r>
              <a:rPr lang="ko-KR" altLang="en-US" sz="1600" dirty="0">
                <a:latin typeface="나눔스퀘어 네오 Bold" panose="00000800000000000000" pitchFamily="2" charset="-127"/>
                <a:ea typeface="나눔스퀘어 네오 Bold" panose="00000800000000000000" pitchFamily="2" charset="-127"/>
              </a:rPr>
              <a:t>우선 날개 아랫면의 경우</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다른 섹션들과 마찬가지로 실험 데이터와 해석 결과가 매우 잘 일치하여 기본 해석 조건의 타당성을 입증한다</a:t>
            </a:r>
            <a:r>
              <a:rPr lang="en-US" altLang="ko-KR" sz="1600" dirty="0">
                <a:latin typeface="나눔스퀘어 네오 Bold" panose="00000800000000000000" pitchFamily="2" charset="-127"/>
                <a:ea typeface="나눔스퀘어 네오 Bold" panose="00000800000000000000" pitchFamily="2" charset="-127"/>
              </a:rPr>
              <a:t>.          </a:t>
            </a:r>
          </a:p>
          <a:p>
            <a:pPr lvl="0" eaLnBrk="0" fontAlgn="base" latinLnBrk="0" hangingPunct="0">
              <a:spcBef>
                <a:spcPct val="0"/>
              </a:spcBef>
              <a:spcAft>
                <a:spcPct val="0"/>
              </a:spcAft>
            </a:pPr>
            <a:endParaRPr lang="en-US" altLang="ko-KR" sz="1600" dirty="0">
              <a:latin typeface="나눔스퀘어 네오 Bold" panose="00000800000000000000" pitchFamily="2" charset="-127"/>
              <a:ea typeface="나눔스퀘어 네오 Bold" panose="00000800000000000000" pitchFamily="2" charset="-127"/>
            </a:endParaRPr>
          </a:p>
          <a:p>
            <a:pPr lvl="0" eaLnBrk="0" fontAlgn="base" latinLnBrk="0" hangingPunct="0">
              <a:spcBef>
                <a:spcPct val="0"/>
              </a:spcBef>
              <a:spcAft>
                <a:spcPct val="0"/>
              </a:spcAft>
            </a:pP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날개 윗면에서는 날개 끝단의 와류</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영향으로 인해 실험값과 </a:t>
            </a:r>
            <a:r>
              <a:rPr lang="ko-KR" altLang="en-US" sz="1600" dirty="0" err="1">
                <a:latin typeface="나눔스퀘어 네오 Bold" panose="00000800000000000000" pitchFamily="2" charset="-127"/>
                <a:ea typeface="나눔스퀘어 네오 Bold" panose="00000800000000000000" pitchFamily="2" charset="-127"/>
              </a:rPr>
              <a:t>해석값</a:t>
            </a:r>
            <a:r>
              <a:rPr lang="ko-KR" altLang="en-US" sz="1600" dirty="0">
                <a:latin typeface="나눔스퀘어 네오 Bold" panose="00000800000000000000" pitchFamily="2" charset="-127"/>
                <a:ea typeface="나눔스퀘어 네오 Bold" panose="00000800000000000000" pitchFamily="2" charset="-127"/>
              </a:rPr>
              <a:t> 사이에 뚜렷한 차이가 관찰된다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이는 날개 끝단에서 충격파와 와류가 복잡하게 상호작용하면서 유동이 매끄럽지 않거나 불안정해지는 현상을 일반적인 해석 모델이 완벽하게 모사하는 데에는 물리적 한계가 있기 때문이다</a:t>
            </a:r>
            <a:r>
              <a:rPr lang="en-US" altLang="ko-KR" sz="1600" dirty="0">
                <a:latin typeface="나눔스퀘어 네오 Bold" panose="00000800000000000000" pitchFamily="2" charset="-127"/>
                <a:ea typeface="나눔스퀘어 네오 Bold" panose="00000800000000000000" pitchFamily="2" charset="-127"/>
              </a:rPr>
              <a:t>. </a:t>
            </a:r>
            <a:r>
              <a:rPr lang="ko-KR" altLang="en-US" sz="1600" dirty="0">
                <a:latin typeface="나눔스퀘어 네오 Bold" panose="00000800000000000000" pitchFamily="2" charset="-127"/>
                <a:ea typeface="나눔스퀘어 네오 Bold" panose="00000800000000000000" pitchFamily="2" charset="-127"/>
              </a:rPr>
              <a:t>비록 국소적인 압력 분포의 차이는 존재하나</a:t>
            </a:r>
            <a:r>
              <a:rPr lang="en-US" altLang="ko-KR" sz="1600" dirty="0">
                <a:latin typeface="나눔스퀘어 네오 Bold" panose="00000800000000000000" pitchFamily="2" charset="-127"/>
                <a:ea typeface="나눔스퀘어 네오 Bold" panose="00000800000000000000" pitchFamily="2" charset="-127"/>
              </a:rPr>
              <a:t>,</a:t>
            </a:r>
            <a:r>
              <a:rPr lang="ko-KR" altLang="en-US" sz="1600" dirty="0">
                <a:latin typeface="나눔스퀘어 네오 Bold" panose="00000800000000000000" pitchFamily="2" charset="-127"/>
                <a:ea typeface="나눔스퀘어 네오 Bold" panose="00000800000000000000" pitchFamily="2" charset="-127"/>
              </a:rPr>
              <a:t> 유동 조건인 날개 끝단에서도 전반적인 압력의 흐름과 경향성은 실험 데이터를 따르고 있어 공학적으로 유의미한 결과라 판단된다</a:t>
            </a:r>
            <a:r>
              <a:rPr lang="en-US" altLang="ko-KR" sz="1600" dirty="0">
                <a:latin typeface="나눔스퀘어 네오 Bold" panose="00000800000000000000" pitchFamily="2" charset="-127"/>
                <a:ea typeface="나눔스퀘어 네오 Bold" panose="00000800000000000000" pitchFamily="2" charset="-127"/>
              </a:rPr>
              <a:t>.</a:t>
            </a:r>
            <a:endParaRPr kumimoji="0" lang="ko-KR" altLang="ko-KR" sz="1600" b="0" i="0" u="none" strike="noStrike" cap="none" normalizeH="0" baseline="0" dirty="0">
              <a:ln>
                <a:noFill/>
              </a:ln>
              <a:solidFill>
                <a:schemeClr val="tx1"/>
              </a:solidFill>
              <a:effectLst/>
              <a:latin typeface="나눔스퀘어 네오 Bold" panose="00000800000000000000" pitchFamily="2" charset="-127"/>
              <a:ea typeface="나눔스퀘어 네오 Bold" panose="00000800000000000000" pitchFamily="2" charset="-127"/>
            </a:endParaRPr>
          </a:p>
        </p:txBody>
      </p:sp>
      <p:sp>
        <p:nvSpPr>
          <p:cNvPr id="5" name="TextBox 4">
            <a:extLst>
              <a:ext uri="{FF2B5EF4-FFF2-40B4-BE49-F238E27FC236}">
                <a16:creationId xmlns:a16="http://schemas.microsoft.com/office/drawing/2014/main" id="{327B539E-46A0-8FD2-9A21-0D5FDA737EAA}"/>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6 : 0.96</a:t>
            </a:r>
            <a:endParaRPr lang="ko-KR" altLang="en-US" sz="2400" dirty="0">
              <a:latin typeface="나눔스퀘어 네오 Bold" panose="00000800000000000000" pitchFamily="2" charset="-127"/>
              <a:ea typeface="나눔스퀘어 네오 Bold" panose="00000800000000000000" pitchFamily="2" charset="-127"/>
            </a:endParaRPr>
          </a:p>
        </p:txBody>
      </p:sp>
      <p:graphicFrame>
        <p:nvGraphicFramePr>
          <p:cNvPr id="3" name="차트 2">
            <a:extLst>
              <a:ext uri="{FF2B5EF4-FFF2-40B4-BE49-F238E27FC236}">
                <a16:creationId xmlns:a16="http://schemas.microsoft.com/office/drawing/2014/main" id="{A879888D-0FC4-0E9C-9B08-339C82074DBB}"/>
              </a:ext>
            </a:extLst>
          </p:cNvPr>
          <p:cNvGraphicFramePr>
            <a:graphicFrameLocks/>
          </p:cNvGraphicFramePr>
          <p:nvPr>
            <p:extLst>
              <p:ext uri="{D42A27DB-BD31-4B8C-83A1-F6EECF244321}">
                <p14:modId xmlns:p14="http://schemas.microsoft.com/office/powerpoint/2010/main" val="536178431"/>
              </p:ext>
            </p:extLst>
          </p:nvPr>
        </p:nvGraphicFramePr>
        <p:xfrm>
          <a:off x="437071"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3992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5B1F3-6153-D8AD-0B0C-82FDB6B9A7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DE94E4-8010-DB2E-204B-F1DF3F55AD0C}"/>
              </a:ext>
            </a:extLst>
          </p:cNvPr>
          <p:cNvSpPr txBox="1"/>
          <p:nvPr/>
        </p:nvSpPr>
        <p:spPr>
          <a:xfrm>
            <a:off x="0" y="0"/>
            <a:ext cx="10018143" cy="461665"/>
          </a:xfrm>
          <a:prstGeom prst="rect">
            <a:avLst/>
          </a:prstGeom>
          <a:noFill/>
        </p:spPr>
        <p:txBody>
          <a:bodyPr wrap="square" rtlCol="0">
            <a:spAutoFit/>
          </a:bodyPr>
          <a:lstStyle/>
          <a:p>
            <a:r>
              <a:rPr lang="en-US" altLang="ko-KR" sz="2400" dirty="0">
                <a:latin typeface="나눔스퀘어 네오 Bold" panose="00000800000000000000" pitchFamily="2" charset="-127"/>
                <a:ea typeface="나눔스퀘어 네오 Bold" panose="00000800000000000000" pitchFamily="2" charset="-127"/>
              </a:rPr>
              <a:t>Section 7 : 0.99</a:t>
            </a:r>
            <a:endParaRPr lang="ko-KR" altLang="en-US" sz="2400" dirty="0">
              <a:latin typeface="나눔스퀘어 네오 Bold" panose="00000800000000000000" pitchFamily="2" charset="-127"/>
              <a:ea typeface="나눔스퀘어 네오 Bold" panose="00000800000000000000" pitchFamily="2" charset="-127"/>
            </a:endParaRPr>
          </a:p>
        </p:txBody>
      </p:sp>
      <p:graphicFrame>
        <p:nvGraphicFramePr>
          <p:cNvPr id="4" name="차트 3">
            <a:extLst>
              <a:ext uri="{FF2B5EF4-FFF2-40B4-BE49-F238E27FC236}">
                <a16:creationId xmlns:a16="http://schemas.microsoft.com/office/drawing/2014/main" id="{27DF81F5-A3FA-DE63-25C1-1A2B32A83226}"/>
              </a:ext>
            </a:extLst>
          </p:cNvPr>
          <p:cNvGraphicFramePr>
            <a:graphicFrameLocks/>
          </p:cNvGraphicFramePr>
          <p:nvPr>
            <p:extLst>
              <p:ext uri="{D42A27DB-BD31-4B8C-83A1-F6EECF244321}">
                <p14:modId xmlns:p14="http://schemas.microsoft.com/office/powerpoint/2010/main" val="2351085255"/>
              </p:ext>
            </p:extLst>
          </p:nvPr>
        </p:nvGraphicFramePr>
        <p:xfrm>
          <a:off x="1384808" y="2416697"/>
          <a:ext cx="3624263"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D8566F79-3167-6C88-F90D-7586D32289CA}"/>
              </a:ext>
            </a:extLst>
          </p:cNvPr>
          <p:cNvSpPr txBox="1"/>
          <p:nvPr/>
        </p:nvSpPr>
        <p:spPr>
          <a:xfrm>
            <a:off x="6860875" y="2080137"/>
            <a:ext cx="4813540" cy="3139321"/>
          </a:xfrm>
          <a:prstGeom prst="rect">
            <a:avLst/>
          </a:prstGeom>
          <a:noFill/>
        </p:spPr>
        <p:txBody>
          <a:bodyPr wrap="square" rtlCol="0">
            <a:spAutoFit/>
          </a:bodyPr>
          <a:lstStyle/>
          <a:p>
            <a:r>
              <a:rPr lang="ko-KR" altLang="en-US" dirty="0">
                <a:latin typeface="나눔스퀘어 네오 Bold" panose="00000800000000000000" pitchFamily="2" charset="-127"/>
                <a:ea typeface="나눔스퀘어 네오 Bold" panose="00000800000000000000" pitchFamily="2" charset="-127"/>
              </a:rPr>
              <a:t> 해당 섹션의 결과 그래프가 실험 데이터와 큰 차이를 보여</a:t>
            </a:r>
            <a:r>
              <a:rPr lang="en-US" altLang="ko-KR" dirty="0">
                <a:latin typeface="나눔스퀘어 네오 Bold" panose="00000800000000000000" pitchFamily="2" charset="-127"/>
                <a:ea typeface="나눔스퀘어 네오 Bold" panose="00000800000000000000" pitchFamily="2" charset="-127"/>
              </a:rPr>
              <a:t>, Plot Data</a:t>
            </a:r>
            <a:r>
              <a:rPr lang="ko-KR" altLang="en-US" dirty="0">
                <a:latin typeface="나눔스퀘어 네오 Bold" panose="00000800000000000000" pitchFamily="2" charset="-127"/>
                <a:ea typeface="나눔스퀘어 네오 Bold" panose="00000800000000000000" pitchFamily="2" charset="-127"/>
              </a:rPr>
              <a:t>를 직접 확인해 보았다</a:t>
            </a:r>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그 결과</a:t>
            </a:r>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해석된 압력 </a:t>
            </a:r>
            <a:r>
              <a:rPr lang="ko-KR" altLang="en-US" dirty="0" err="1">
                <a:latin typeface="나눔스퀘어 네오 Bold" panose="00000800000000000000" pitchFamily="2" charset="-127"/>
                <a:ea typeface="나눔스퀘어 네오 Bold" panose="00000800000000000000" pitchFamily="2" charset="-127"/>
              </a:rPr>
              <a:t>계수값들이</a:t>
            </a:r>
            <a:r>
              <a:rPr lang="ko-KR" altLang="en-US" dirty="0">
                <a:latin typeface="나눔스퀘어 네오 Bold" panose="00000800000000000000" pitchFamily="2" charset="-127"/>
                <a:ea typeface="나눔스퀘어 네오 Bold" panose="00000800000000000000" pitchFamily="2" charset="-127"/>
              </a:rPr>
              <a:t> 전반적으로 음수의 값을 형성하고 있음을 확인하였다</a:t>
            </a:r>
            <a:r>
              <a:rPr lang="en-US" altLang="ko-KR" dirty="0">
                <a:latin typeface="나눔스퀘어 네오 Bold" panose="00000800000000000000" pitchFamily="2" charset="-127"/>
                <a:ea typeface="나눔스퀘어 네오 Bold" panose="00000800000000000000" pitchFamily="2" charset="-127"/>
              </a:rPr>
              <a:t>.</a:t>
            </a:r>
          </a:p>
          <a:p>
            <a:r>
              <a:rPr lang="en-US" altLang="ko-KR" dirty="0">
                <a:latin typeface="나눔스퀘어 네오 Bold" panose="00000800000000000000" pitchFamily="2" charset="-127"/>
                <a:ea typeface="나눔스퀘어 네오 Bold" panose="00000800000000000000" pitchFamily="2" charset="-127"/>
              </a:rPr>
              <a:t> </a:t>
            </a:r>
          </a:p>
          <a:p>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이러한 현상이 발생한 구체적인 원인을 현 단계에서 명확히 규명하기는 어려우나</a:t>
            </a:r>
            <a:r>
              <a:rPr lang="en-US" altLang="ko-KR" dirty="0">
                <a:latin typeface="나눔스퀘어 네오 Bold" panose="00000800000000000000" pitchFamily="2" charset="-127"/>
                <a:ea typeface="나눔스퀘어 네오 Bold" panose="00000800000000000000" pitchFamily="2" charset="-127"/>
              </a:rPr>
              <a:t>, </a:t>
            </a:r>
            <a:r>
              <a:rPr lang="ko-KR" altLang="en-US" dirty="0">
                <a:latin typeface="나눔스퀘어 네오 Bold" panose="00000800000000000000" pitchFamily="2" charset="-127"/>
                <a:ea typeface="나눔스퀘어 네오 Bold" panose="00000800000000000000" pitchFamily="2" charset="-127"/>
              </a:rPr>
              <a:t>시뮬레이션 상에서 예측된 날개 끝단의 공기 유동 형상이 실제 실험 데이터가 보여주는 유동의 형태와는 근본적으로 다르게 형성되었기 때문에 나타난 결과로 추정된다</a:t>
            </a:r>
            <a:r>
              <a:rPr lang="en-US" altLang="ko-KR" dirty="0">
                <a:latin typeface="나눔스퀘어 네오 Bold" panose="00000800000000000000" pitchFamily="2" charset="-127"/>
                <a:ea typeface="나눔스퀘어 네오 Bold" panose="00000800000000000000" pitchFamily="2" charset="-127"/>
              </a:rPr>
              <a:t>.</a:t>
            </a:r>
            <a:endParaRPr lang="ko-KR" altLang="en-US" dirty="0">
              <a:latin typeface="나눔스퀘어 네오 Bold" panose="00000800000000000000" pitchFamily="2" charset="-127"/>
              <a:ea typeface="나눔스퀘어 네오 Bold" panose="00000800000000000000" pitchFamily="2" charset="-127"/>
            </a:endParaRPr>
          </a:p>
        </p:txBody>
      </p:sp>
    </p:spTree>
    <p:extLst>
      <p:ext uri="{BB962C8B-B14F-4D97-AF65-F5344CB8AC3E}">
        <p14:creationId xmlns:p14="http://schemas.microsoft.com/office/powerpoint/2010/main" val="321984190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2721</TotalTime>
  <Words>938</Words>
  <Application>Microsoft Office PowerPoint</Application>
  <PresentationFormat>와이드스크린</PresentationFormat>
  <Paragraphs>63</Paragraphs>
  <Slides>10</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10</vt:i4>
      </vt:variant>
    </vt:vector>
  </HeadingPairs>
  <TitlesOfParts>
    <vt:vector size="15" baseType="lpstr">
      <vt:lpstr>나눔스퀘어 네오 Bold</vt:lpstr>
      <vt:lpstr>맑은 고딕</vt:lpstr>
      <vt:lpstr>Arial</vt:lpstr>
      <vt:lpstr>Cambria Math</vt:lpstr>
      <vt:lpstr>Office 테마</vt:lpstr>
      <vt:lpstr>12주차 실습 보고서</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세영 왕</dc:creator>
  <cp:lastModifiedBy>세영 왕</cp:lastModifiedBy>
  <cp:revision>4</cp:revision>
  <dcterms:created xsi:type="dcterms:W3CDTF">2025-09-25T04:28:41Z</dcterms:created>
  <dcterms:modified xsi:type="dcterms:W3CDTF">2025-11-19T16:04:40Z</dcterms:modified>
</cp:coreProperties>
</file>