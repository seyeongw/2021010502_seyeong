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69" r:id="rId4"/>
    <p:sldId id="27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A4D789-788B-4BE7-843E-470BD3F6A62B}" v="11" dt="2025-11-05T18:07:32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FD\SU2_work\Project\13week\caradonna_tung\CT_Blade_rR0.5_Clos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FD\SU2_work\Project\13week\caradonna_tung\CT_Blade_rR0.8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FD\SU2_work\Project\13week\caradonna_tung\CT_Blade_rR0.89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FD\SU2_work\Project\13week\caradonna_tung\CT_Blade_rR0.9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Cp_0.5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Pressure_Coefficient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Sheet1!$A$2:$A$82</c:f>
              <c:numCache>
                <c:formatCode>General</c:formatCode>
                <c:ptCount val="81"/>
                <c:pt idx="0">
                  <c:v>0</c:v>
                </c:pt>
                <c:pt idx="1">
                  <c:v>2.8595005303866378E-4</c:v>
                </c:pt>
                <c:pt idx="2">
                  <c:v>1.376027268170321E-3</c:v>
                </c:pt>
                <c:pt idx="3">
                  <c:v>3.589212084122551E-3</c:v>
                </c:pt>
                <c:pt idx="4">
                  <c:v>7.1538732800975344E-3</c:v>
                </c:pt>
                <c:pt idx="5">
                  <c:v>1.223254931363915E-2</c:v>
                </c:pt>
                <c:pt idx="6">
                  <c:v>1.8986408681808679E-2</c:v>
                </c:pt>
                <c:pt idx="7">
                  <c:v>2.7618315825284071E-2</c:v>
                </c:pt>
                <c:pt idx="8">
                  <c:v>3.838167479300203E-2</c:v>
                </c:pt>
                <c:pt idx="9">
                  <c:v>5.1577935985743888E-2</c:v>
                </c:pt>
                <c:pt idx="10">
                  <c:v>6.7547190843532889E-2</c:v>
                </c:pt>
                <c:pt idx="11">
                  <c:v>8.6652633265445589E-2</c:v>
                </c:pt>
                <c:pt idx="12">
                  <c:v>0.1092610910966518</c:v>
                </c:pt>
                <c:pt idx="13">
                  <c:v>0.13571571594514209</c:v>
                </c:pt>
                <c:pt idx="14">
                  <c:v>0.16629791551986811</c:v>
                </c:pt>
                <c:pt idx="15">
                  <c:v>0.20119093646743291</c:v>
                </c:pt>
                <c:pt idx="16">
                  <c:v>0.24042883253244279</c:v>
                </c:pt>
                <c:pt idx="17">
                  <c:v>0.2838576092097902</c:v>
                </c:pt>
                <c:pt idx="18">
                  <c:v>0.33110219022922571</c:v>
                </c:pt>
                <c:pt idx="19">
                  <c:v>0.38155268167254619</c:v>
                </c:pt>
                <c:pt idx="20">
                  <c:v>0.4343810624010529</c:v>
                </c:pt>
                <c:pt idx="21">
                  <c:v>0.4885803543632451</c:v>
                </c:pt>
                <c:pt idx="22">
                  <c:v>0.54303876274698104</c:v>
                </c:pt>
                <c:pt idx="23">
                  <c:v>0.58998336797599693</c:v>
                </c:pt>
                <c:pt idx="24">
                  <c:v>0.59662458497358284</c:v>
                </c:pt>
                <c:pt idx="25">
                  <c:v>0.64827931759898805</c:v>
                </c:pt>
                <c:pt idx="26">
                  <c:v>0.69709460601877204</c:v>
                </c:pt>
                <c:pt idx="27">
                  <c:v>0.74236837518443077</c:v>
                </c:pt>
                <c:pt idx="28">
                  <c:v>0.78363375761391985</c:v>
                </c:pt>
                <c:pt idx="29">
                  <c:v>0.82065160298579709</c:v>
                </c:pt>
                <c:pt idx="30">
                  <c:v>0.85338766410823208</c:v>
                </c:pt>
                <c:pt idx="31">
                  <c:v>0.88197671867325333</c:v>
                </c:pt>
                <c:pt idx="32">
                  <c:v>0.90666250492857003</c:v>
                </c:pt>
                <c:pt idx="33">
                  <c:v>0.92778482002143214</c:v>
                </c:pt>
                <c:pt idx="34">
                  <c:v>0.94570582831788796</c:v>
                </c:pt>
                <c:pt idx="35">
                  <c:v>0.96080107516330082</c:v>
                </c:pt>
                <c:pt idx="36">
                  <c:v>0.97345263159746187</c:v>
                </c:pt>
                <c:pt idx="37">
                  <c:v>0.9839946393296759</c:v>
                </c:pt>
                <c:pt idx="38">
                  <c:v>0.9927544101374729</c:v>
                </c:pt>
                <c:pt idx="39">
                  <c:v>0.99999283956844054</c:v>
                </c:pt>
                <c:pt idx="40">
                  <c:v>1.0059757009122969</c:v>
                </c:pt>
                <c:pt idx="41">
                  <c:v>1.002987850456148</c:v>
                </c:pt>
                <c:pt idx="42">
                  <c:v>1</c:v>
                </c:pt>
                <c:pt idx="43">
                  <c:v>0.99275629304021062</c:v>
                </c:pt>
                <c:pt idx="44">
                  <c:v>0.98400476435974915</c:v>
                </c:pt>
                <c:pt idx="45">
                  <c:v>0.97345753373835053</c:v>
                </c:pt>
                <c:pt idx="46">
                  <c:v>0.96081417662913993</c:v>
                </c:pt>
                <c:pt idx="47">
                  <c:v>0.94571997403003927</c:v>
                </c:pt>
                <c:pt idx="48">
                  <c:v>0.92780160172499082</c:v>
                </c:pt>
                <c:pt idx="49">
                  <c:v>0.9066845523526974</c:v>
                </c:pt>
                <c:pt idx="50">
                  <c:v>0.88199961884586342</c:v>
                </c:pt>
                <c:pt idx="51">
                  <c:v>0.85342157792599527</c:v>
                </c:pt>
                <c:pt idx="52">
                  <c:v>0.82069146565395301</c:v>
                </c:pt>
                <c:pt idx="53">
                  <c:v>0.78368121287695314</c:v>
                </c:pt>
                <c:pt idx="54">
                  <c:v>0.74242369006921372</c:v>
                </c:pt>
                <c:pt idx="55">
                  <c:v>0.6971570170320941</c:v>
                </c:pt>
                <c:pt idx="56">
                  <c:v>0.64834991720859758</c:v>
                </c:pt>
                <c:pt idx="57">
                  <c:v>0.59670273787294215</c:v>
                </c:pt>
                <c:pt idx="58">
                  <c:v>0.54312359771476126</c:v>
                </c:pt>
                <c:pt idx="59">
                  <c:v>0.48867136856352111</c:v>
                </c:pt>
                <c:pt idx="60">
                  <c:v>0.4344768849455094</c:v>
                </c:pt>
                <c:pt idx="61">
                  <c:v>0.38165255344444787</c:v>
                </c:pt>
                <c:pt idx="62">
                  <c:v>0.33120385638765271</c:v>
                </c:pt>
                <c:pt idx="63">
                  <c:v>0.28395986950865942</c:v>
                </c:pt>
                <c:pt idx="64">
                  <c:v>0.24052967123184671</c:v>
                </c:pt>
                <c:pt idx="65">
                  <c:v>0.20128890314236811</c:v>
                </c:pt>
                <c:pt idx="66">
                  <c:v>0.16639201440111889</c:v>
                </c:pt>
                <c:pt idx="67">
                  <c:v>0.13580385804834921</c:v>
                </c:pt>
                <c:pt idx="68">
                  <c:v>0.1093440213050378</c:v>
                </c:pt>
                <c:pt idx="69">
                  <c:v>8.6728831718752342E-2</c:v>
                </c:pt>
                <c:pt idx="70">
                  <c:v>6.7615892049331383E-2</c:v>
                </c:pt>
                <c:pt idx="71">
                  <c:v>5.1639231029672272E-2</c:v>
                </c:pt>
                <c:pt idx="72">
                  <c:v>3.8435553639553643E-2</c:v>
                </c:pt>
                <c:pt idx="73">
                  <c:v>3.7919865395630192E-2</c:v>
                </c:pt>
                <c:pt idx="74">
                  <c:v>2.7664727968605859E-2</c:v>
                </c:pt>
                <c:pt idx="75">
                  <c:v>1.902603368364519E-2</c:v>
                </c:pt>
                <c:pt idx="76">
                  <c:v>1.226451502322712E-2</c:v>
                </c:pt>
                <c:pt idx="77">
                  <c:v>7.1788671091018719E-3</c:v>
                </c:pt>
                <c:pt idx="78">
                  <c:v>3.606718209449133E-3</c:v>
                </c:pt>
                <c:pt idx="79">
                  <c:v>1.3875374250694741E-3</c:v>
                </c:pt>
                <c:pt idx="80">
                  <c:v>2.9125272818864012E-4</c:v>
                </c:pt>
              </c:numCache>
            </c:numRef>
          </c:xVal>
          <c:yVal>
            <c:numRef>
              <c:f>Sheet1!$B$2:$B$82</c:f>
              <c:numCache>
                <c:formatCode>General</c:formatCode>
                <c:ptCount val="81"/>
                <c:pt idx="0">
                  <c:v>0.57920730905722184</c:v>
                </c:pt>
                <c:pt idx="1">
                  <c:v>-2.338824450496883E-2</c:v>
                </c:pt>
                <c:pt idx="2">
                  <c:v>0.38916865778173843</c:v>
                </c:pt>
                <c:pt idx="3">
                  <c:v>-7.8376280174958249E-2</c:v>
                </c:pt>
                <c:pt idx="4">
                  <c:v>-7.5516902320118803E-2</c:v>
                </c:pt>
                <c:pt idx="5">
                  <c:v>-0.38900735954377341</c:v>
                </c:pt>
                <c:pt idx="6">
                  <c:v>-0.62082225445227035</c:v>
                </c:pt>
                <c:pt idx="7">
                  <c:v>-0.77039704321273017</c:v>
                </c:pt>
                <c:pt idx="8">
                  <c:v>-0.82864770233247231</c:v>
                </c:pt>
                <c:pt idx="9">
                  <c:v>-0.83629470515964577</c:v>
                </c:pt>
                <c:pt idx="10">
                  <c:v>-0.77242060292538628</c:v>
                </c:pt>
                <c:pt idx="11">
                  <c:v>-0.81548723246212151</c:v>
                </c:pt>
                <c:pt idx="12">
                  <c:v>-0.71742523551730708</c:v>
                </c:pt>
                <c:pt idx="13">
                  <c:v>-0.71513773323343577</c:v>
                </c:pt>
                <c:pt idx="14">
                  <c:v>-0.67906558183392263</c:v>
                </c:pt>
                <c:pt idx="15">
                  <c:v>-0.61909929600127733</c:v>
                </c:pt>
                <c:pt idx="16">
                  <c:v>-0.58975034842968144</c:v>
                </c:pt>
                <c:pt idx="17">
                  <c:v>-0.54476280351354034</c:v>
                </c:pt>
                <c:pt idx="18">
                  <c:v>-0.49129243762804242</c:v>
                </c:pt>
                <c:pt idx="19">
                  <c:v>-0.44554239195061118</c:v>
                </c:pt>
                <c:pt idx="20">
                  <c:v>-0.39281986335022601</c:v>
                </c:pt>
                <c:pt idx="21">
                  <c:v>-0.34877078090951957</c:v>
                </c:pt>
                <c:pt idx="22">
                  <c:v>-0.30906941915578717</c:v>
                </c:pt>
                <c:pt idx="23">
                  <c:v>-0.26553355838133402</c:v>
                </c:pt>
                <c:pt idx="24">
                  <c:v>-0.25937489838629518</c:v>
                </c:pt>
                <c:pt idx="25">
                  <c:v>-0.2199008205133326</c:v>
                </c:pt>
                <c:pt idx="26">
                  <c:v>-0.18896821751444051</c:v>
                </c:pt>
                <c:pt idx="27">
                  <c:v>-0.14686937740549691</c:v>
                </c:pt>
                <c:pt idx="28">
                  <c:v>-0.1058922932242212</c:v>
                </c:pt>
                <c:pt idx="29">
                  <c:v>-7.5296950177438843E-2</c:v>
                </c:pt>
                <c:pt idx="30">
                  <c:v>-2.7420700454101391E-2</c:v>
                </c:pt>
                <c:pt idx="31">
                  <c:v>2.0675501411916021E-2</c:v>
                </c:pt>
                <c:pt idx="32">
                  <c:v>2.1481992601742529E-2</c:v>
                </c:pt>
                <c:pt idx="33">
                  <c:v>0.14773452250003821</c:v>
                </c:pt>
                <c:pt idx="34">
                  <c:v>0.17134271914768701</c:v>
                </c:pt>
                <c:pt idx="35">
                  <c:v>0.1797742179504187</c:v>
                </c:pt>
                <c:pt idx="36">
                  <c:v>0.48286827056340043</c:v>
                </c:pt>
                <c:pt idx="37">
                  <c:v>0.14575495321591861</c:v>
                </c:pt>
                <c:pt idx="38">
                  <c:v>0.66667494446295172</c:v>
                </c:pt>
                <c:pt idx="39">
                  <c:v>1.133926612896075</c:v>
                </c:pt>
                <c:pt idx="40">
                  <c:v>-0.15546217444619359</c:v>
                </c:pt>
                <c:pt idx="41">
                  <c:v>0.54946244762880248</c:v>
                </c:pt>
                <c:pt idx="42">
                  <c:v>1.2543870697037991</c:v>
                </c:pt>
                <c:pt idx="43">
                  <c:v>0.76433369581285293</c:v>
                </c:pt>
                <c:pt idx="44">
                  <c:v>8.0722436363544467E-2</c:v>
                </c:pt>
                <c:pt idx="45">
                  <c:v>0.56615681525821104</c:v>
                </c:pt>
                <c:pt idx="46">
                  <c:v>0.15733909939706309</c:v>
                </c:pt>
                <c:pt idx="47">
                  <c:v>0.101984476822607</c:v>
                </c:pt>
                <c:pt idx="48">
                  <c:v>0.1456816358350253</c:v>
                </c:pt>
                <c:pt idx="49">
                  <c:v>4.5603410915644557E-2</c:v>
                </c:pt>
                <c:pt idx="50">
                  <c:v>4.8169519246910729E-2</c:v>
                </c:pt>
                <c:pt idx="51">
                  <c:v>2.360819664764879E-2</c:v>
                </c:pt>
                <c:pt idx="52">
                  <c:v>-1.9722375460302869E-2</c:v>
                </c:pt>
                <c:pt idx="53">
                  <c:v>-3.4752438543433323E-2</c:v>
                </c:pt>
                <c:pt idx="54">
                  <c:v>-5.6527700668749133E-2</c:v>
                </c:pt>
                <c:pt idx="55">
                  <c:v>-7.9549358269251358E-2</c:v>
                </c:pt>
                <c:pt idx="56">
                  <c:v>-9.9872936252879241E-2</c:v>
                </c:pt>
                <c:pt idx="57">
                  <c:v>-0.13417080703477419</c:v>
                </c:pt>
                <c:pt idx="58">
                  <c:v>-0.15465568325636711</c:v>
                </c:pt>
                <c:pt idx="59">
                  <c:v>-0.17481063126394131</c:v>
                </c:pt>
                <c:pt idx="60">
                  <c:v>-0.19827952488789211</c:v>
                </c:pt>
                <c:pt idx="61">
                  <c:v>-0.2184784633240015</c:v>
                </c:pt>
                <c:pt idx="62">
                  <c:v>-0.23367715638318681</c:v>
                </c:pt>
                <c:pt idx="63">
                  <c:v>-0.2540007343668147</c:v>
                </c:pt>
                <c:pt idx="64">
                  <c:v>-0.2487805368472106</c:v>
                </c:pt>
                <c:pt idx="65">
                  <c:v>-0.2570507374119772</c:v>
                </c:pt>
                <c:pt idx="66">
                  <c:v>-0.2393225947119724</c:v>
                </c:pt>
                <c:pt idx="67">
                  <c:v>-0.2096143919739997</c:v>
                </c:pt>
                <c:pt idx="68">
                  <c:v>-0.164861462676718</c:v>
                </c:pt>
                <c:pt idx="69">
                  <c:v>-0.13449340351070441</c:v>
                </c:pt>
                <c:pt idx="70">
                  <c:v>-8.8054174452876388E-2</c:v>
                </c:pt>
                <c:pt idx="71">
                  <c:v>-6.2099821616641383E-2</c:v>
                </c:pt>
                <c:pt idx="72">
                  <c:v>0.14472850988341221</c:v>
                </c:pt>
                <c:pt idx="73">
                  <c:v>0.1456816358350253</c:v>
                </c:pt>
                <c:pt idx="74">
                  <c:v>0.16445088534371499</c:v>
                </c:pt>
                <c:pt idx="75">
                  <c:v>0.35163015876435899</c:v>
                </c:pt>
                <c:pt idx="76">
                  <c:v>0.58170010000759476</c:v>
                </c:pt>
                <c:pt idx="77">
                  <c:v>0.4480425146390738</c:v>
                </c:pt>
                <c:pt idx="78">
                  <c:v>1.19346032618145</c:v>
                </c:pt>
                <c:pt idx="79">
                  <c:v>0.38139701540704662</c:v>
                </c:pt>
                <c:pt idx="80">
                  <c:v>0.73581323464535175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AC6-470A-907E-312B1E69E2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84208080"/>
        <c:axId val="1584200880"/>
      </c:scatterChart>
      <c:valAx>
        <c:axId val="1584208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84200880"/>
        <c:crosses val="autoZero"/>
        <c:crossBetween val="midCat"/>
      </c:valAx>
      <c:valAx>
        <c:axId val="1584200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842080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Cp_0.8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Pressure_Coefficient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Sheet1!$A$2:$A$80</c:f>
              <c:numCache>
                <c:formatCode>General</c:formatCode>
                <c:ptCount val="79"/>
                <c:pt idx="0">
                  <c:v>0</c:v>
                </c:pt>
                <c:pt idx="1">
                  <c:v>2.8603492675705061E-4</c:v>
                </c:pt>
                <c:pt idx="2">
                  <c:v>1.376028069323465E-3</c:v>
                </c:pt>
                <c:pt idx="3">
                  <c:v>3.5892133876477268E-3</c:v>
                </c:pt>
                <c:pt idx="4">
                  <c:v>7.153875135615051E-3</c:v>
                </c:pt>
                <c:pt idx="5">
                  <c:v>1.2232551760306911E-2</c:v>
                </c:pt>
                <c:pt idx="6">
                  <c:v>1.8986411755124388E-2</c:v>
                </c:pt>
                <c:pt idx="7">
                  <c:v>2.7618319561191651E-2</c:v>
                </c:pt>
                <c:pt idx="8">
                  <c:v>3.8381679229307908E-2</c:v>
                </c:pt>
                <c:pt idx="9">
                  <c:v>5.1577941161992658E-2</c:v>
                </c:pt>
                <c:pt idx="10">
                  <c:v>6.7547196799399356E-2</c:v>
                </c:pt>
                <c:pt idx="11">
                  <c:v>8.6652724548904936E-2</c:v>
                </c:pt>
                <c:pt idx="12">
                  <c:v>0.10926109871975249</c:v>
                </c:pt>
                <c:pt idx="13">
                  <c:v>0.13571572444277291</c:v>
                </c:pt>
                <c:pt idx="14">
                  <c:v>0.16629792490506851</c:v>
                </c:pt>
                <c:pt idx="15">
                  <c:v>0.2011909467388171</c:v>
                </c:pt>
                <c:pt idx="16">
                  <c:v>0.24042884367214329</c:v>
                </c:pt>
                <c:pt idx="17">
                  <c:v>0.2838576211829299</c:v>
                </c:pt>
                <c:pt idx="18">
                  <c:v>0.33110220298504273</c:v>
                </c:pt>
                <c:pt idx="19">
                  <c:v>0.38155269514731222</c:v>
                </c:pt>
                <c:pt idx="20">
                  <c:v>0.43438107652221181</c:v>
                </c:pt>
                <c:pt idx="21">
                  <c:v>0.48858041975971811</c:v>
                </c:pt>
                <c:pt idx="22">
                  <c:v>0.54303878637985026</c:v>
                </c:pt>
                <c:pt idx="23">
                  <c:v>0.59662461747422069</c:v>
                </c:pt>
                <c:pt idx="24">
                  <c:v>0.64827935044655316</c:v>
                </c:pt>
                <c:pt idx="25">
                  <c:v>0.69709464084000561</c:v>
                </c:pt>
                <c:pt idx="26">
                  <c:v>0.74236840009147953</c:v>
                </c:pt>
                <c:pt idx="27">
                  <c:v>0.78363378945993611</c:v>
                </c:pt>
                <c:pt idx="28">
                  <c:v>0.82065163665870955</c:v>
                </c:pt>
                <c:pt idx="29">
                  <c:v>0.85338769788362523</c:v>
                </c:pt>
                <c:pt idx="30">
                  <c:v>0.88197675252378338</c:v>
                </c:pt>
                <c:pt idx="31">
                  <c:v>0.90666253883264081</c:v>
                </c:pt>
                <c:pt idx="32">
                  <c:v>0.92778485396297372</c:v>
                </c:pt>
                <c:pt idx="33">
                  <c:v>0.94570586228483244</c:v>
                </c:pt>
                <c:pt idx="34">
                  <c:v>0.96080112604886381</c:v>
                </c:pt>
                <c:pt idx="35">
                  <c:v>0.97345269094473785</c:v>
                </c:pt>
                <c:pt idx="36">
                  <c:v>0.98399463952599775</c:v>
                </c:pt>
                <c:pt idx="37">
                  <c:v>0.9927544103375866</c:v>
                </c:pt>
                <c:pt idx="38">
                  <c:v>0.9999928651232648</c:v>
                </c:pt>
                <c:pt idx="39">
                  <c:v>1.005975726467975</c:v>
                </c:pt>
                <c:pt idx="40">
                  <c:v>1.002987863233987</c:v>
                </c:pt>
                <c:pt idx="41">
                  <c:v>1</c:v>
                </c:pt>
                <c:pt idx="42">
                  <c:v>0.99275630124666525</c:v>
                </c:pt>
                <c:pt idx="43">
                  <c:v>0.98400477227218741</c:v>
                </c:pt>
                <c:pt idx="44">
                  <c:v>0.97345753284744441</c:v>
                </c:pt>
                <c:pt idx="45">
                  <c:v>0.9608141922209118</c:v>
                </c:pt>
                <c:pt idx="46">
                  <c:v>0.94572003983137254</c:v>
                </c:pt>
                <c:pt idx="47">
                  <c:v>0.92780162468709704</c:v>
                </c:pt>
                <c:pt idx="48">
                  <c:v>0.90668460843816134</c:v>
                </c:pt>
                <c:pt idx="49">
                  <c:v>0.88199962343921834</c:v>
                </c:pt>
                <c:pt idx="50">
                  <c:v>0.85342160697560498</c:v>
                </c:pt>
                <c:pt idx="51">
                  <c:v>0.82069145988876924</c:v>
                </c:pt>
                <c:pt idx="52">
                  <c:v>0.78368122289184294</c:v>
                </c:pt>
                <c:pt idx="53">
                  <c:v>0.74242372421221681</c:v>
                </c:pt>
                <c:pt idx="54">
                  <c:v>0.69715703296062181</c:v>
                </c:pt>
                <c:pt idx="55">
                  <c:v>0.6483499148586358</c:v>
                </c:pt>
                <c:pt idx="56">
                  <c:v>0.59670276791762022</c:v>
                </c:pt>
                <c:pt idx="57">
                  <c:v>0.54312360945197546</c:v>
                </c:pt>
                <c:pt idx="58">
                  <c:v>0.48867138739151078</c:v>
                </c:pt>
                <c:pt idx="59">
                  <c:v>0.43447690249962129</c:v>
                </c:pt>
                <c:pt idx="60">
                  <c:v>0.38165256984848839</c:v>
                </c:pt>
                <c:pt idx="61">
                  <c:v>0.3312038717950746</c:v>
                </c:pt>
                <c:pt idx="62">
                  <c:v>0.2839598756411752</c:v>
                </c:pt>
                <c:pt idx="63">
                  <c:v>0.2405296851719457</c:v>
                </c:pt>
                <c:pt idx="64">
                  <c:v>0.20128891154579001</c:v>
                </c:pt>
                <c:pt idx="65">
                  <c:v>0.16639202165896749</c:v>
                </c:pt>
                <c:pt idx="66">
                  <c:v>0.1358038693792111</c:v>
                </c:pt>
                <c:pt idx="67">
                  <c:v>0.10934403007541631</c:v>
                </c:pt>
                <c:pt idx="68">
                  <c:v>8.6728836344665772E-2</c:v>
                </c:pt>
                <c:pt idx="69">
                  <c:v>6.7615905293689327E-2</c:v>
                </c:pt>
                <c:pt idx="70">
                  <c:v>5.1639244510471298E-2</c:v>
                </c:pt>
                <c:pt idx="71">
                  <c:v>3.843555896038886E-2</c:v>
                </c:pt>
                <c:pt idx="72">
                  <c:v>2.76647420747318E-2</c:v>
                </c:pt>
                <c:pt idx="73">
                  <c:v>1.9026048158698239E-2</c:v>
                </c:pt>
                <c:pt idx="74">
                  <c:v>1.2264504542023101E-2</c:v>
                </c:pt>
                <c:pt idx="75">
                  <c:v>7.1788823993546016E-3</c:v>
                </c:pt>
                <c:pt idx="76">
                  <c:v>3.606700126221662E-3</c:v>
                </c:pt>
                <c:pt idx="77">
                  <c:v>1.387578926038691E-3</c:v>
                </c:pt>
                <c:pt idx="78">
                  <c:v>2.9125237459548542E-4</c:v>
                </c:pt>
              </c:numCache>
            </c:numRef>
          </c:xVal>
          <c:yVal>
            <c:numRef>
              <c:f>Sheet1!$B$2:$B$80</c:f>
              <c:numCache>
                <c:formatCode>General</c:formatCode>
                <c:ptCount val="79"/>
                <c:pt idx="0">
                  <c:v>0.74881103157684548</c:v>
                </c:pt>
                <c:pt idx="1">
                  <c:v>0.57597103404122774</c:v>
                </c:pt>
                <c:pt idx="2">
                  <c:v>0.59470133369131783</c:v>
                </c:pt>
                <c:pt idx="3">
                  <c:v>0.33104515849448318</c:v>
                </c:pt>
                <c:pt idx="4">
                  <c:v>0.16694023954185849</c:v>
                </c:pt>
                <c:pt idx="5">
                  <c:v>-0.34673393242157707</c:v>
                </c:pt>
                <c:pt idx="6">
                  <c:v>-0.38468999683482558</c:v>
                </c:pt>
                <c:pt idx="7">
                  <c:v>-0.5743987198962891</c:v>
                </c:pt>
                <c:pt idx="8">
                  <c:v>-0.70592322771444482</c:v>
                </c:pt>
                <c:pt idx="9">
                  <c:v>-0.84011694643074841</c:v>
                </c:pt>
                <c:pt idx="10">
                  <c:v>-0.81501433535535994</c:v>
                </c:pt>
                <c:pt idx="11">
                  <c:v>-0.81596230617862886</c:v>
                </c:pt>
                <c:pt idx="12">
                  <c:v>-0.79503248510173907</c:v>
                </c:pt>
                <c:pt idx="13">
                  <c:v>-0.74486735839363849</c:v>
                </c:pt>
                <c:pt idx="14">
                  <c:v>-0.73293037231694491</c:v>
                </c:pt>
                <c:pt idx="15">
                  <c:v>-0.66927885706874102</c:v>
                </c:pt>
                <c:pt idx="16">
                  <c:v>-0.62166551889095067</c:v>
                </c:pt>
                <c:pt idx="17">
                  <c:v>-0.55503548504395572</c:v>
                </c:pt>
                <c:pt idx="18">
                  <c:v>-0.49434816859358721</c:v>
                </c:pt>
                <c:pt idx="19">
                  <c:v>-0.4348465316623526</c:v>
                </c:pt>
                <c:pt idx="20">
                  <c:v>-0.37624417823113793</c:v>
                </c:pt>
                <c:pt idx="21">
                  <c:v>-0.32112153643216479</c:v>
                </c:pt>
                <c:pt idx="22">
                  <c:v>-0.27193874806962681</c:v>
                </c:pt>
                <c:pt idx="23">
                  <c:v>-0.22513877458612189</c:v>
                </c:pt>
                <c:pt idx="24">
                  <c:v>-0.17864238088287829</c:v>
                </c:pt>
                <c:pt idx="25">
                  <c:v>-0.14071782003173211</c:v>
                </c:pt>
                <c:pt idx="26">
                  <c:v>-0.1013813268063517</c:v>
                </c:pt>
                <c:pt idx="27">
                  <c:v>-6.4522159146311889E-2</c:v>
                </c:pt>
                <c:pt idx="28">
                  <c:v>-2.6520271370005309E-2</c:v>
                </c:pt>
                <c:pt idx="29">
                  <c:v>1.025297748430011E-2</c:v>
                </c:pt>
                <c:pt idx="30">
                  <c:v>5.7422401832462909E-2</c:v>
                </c:pt>
                <c:pt idx="31">
                  <c:v>6.3207601418576384E-2</c:v>
                </c:pt>
                <c:pt idx="32">
                  <c:v>0.15923618662767769</c:v>
                </c:pt>
                <c:pt idx="33">
                  <c:v>0.17765145065674179</c:v>
                </c:pt>
                <c:pt idx="34">
                  <c:v>0.20316933595984629</c:v>
                </c:pt>
                <c:pt idx="35">
                  <c:v>0.41999976203145561</c:v>
                </c:pt>
                <c:pt idx="36">
                  <c:v>0.2198662238742233</c:v>
                </c:pt>
                <c:pt idx="37">
                  <c:v>0.58937436773578766</c:v>
                </c:pt>
                <c:pt idx="38">
                  <c:v>1.0069397636047701</c:v>
                </c:pt>
                <c:pt idx="39">
                  <c:v>-5.1992333310051278E-2</c:v>
                </c:pt>
                <c:pt idx="40">
                  <c:v>0.49896773638190461</c:v>
                </c:pt>
                <c:pt idx="41">
                  <c:v>1.0499278060738599</c:v>
                </c:pt>
                <c:pt idx="42">
                  <c:v>0.47109281184148749</c:v>
                </c:pt>
                <c:pt idx="43">
                  <c:v>0.22745571838075829</c:v>
                </c:pt>
                <c:pt idx="44">
                  <c:v>0.42191861535952302</c:v>
                </c:pt>
                <c:pt idx="45">
                  <c:v>0.1784247199083511</c:v>
                </c:pt>
                <c:pt idx="46">
                  <c:v>0.14036268896803031</c:v>
                </c:pt>
                <c:pt idx="47">
                  <c:v>0.1556275967868346</c:v>
                </c:pt>
                <c:pt idx="48">
                  <c:v>7.9360336896635769E-2</c:v>
                </c:pt>
                <c:pt idx="49">
                  <c:v>6.6988028870888144E-2</c:v>
                </c:pt>
                <c:pt idx="50">
                  <c:v>3.04725364337858E-2</c:v>
                </c:pt>
                <c:pt idx="51">
                  <c:v>-3.35083342363998E-3</c:v>
                </c:pt>
                <c:pt idx="52">
                  <c:v>-2.9097835542036071E-2</c:v>
                </c:pt>
                <c:pt idx="53">
                  <c:v>-5.90978185442829E-2</c:v>
                </c:pt>
                <c:pt idx="54">
                  <c:v>-8.9916894161197441E-2</c:v>
                </c:pt>
                <c:pt idx="55">
                  <c:v>-0.1177975466219968</c:v>
                </c:pt>
                <c:pt idx="56">
                  <c:v>-0.1469240217659443</c:v>
                </c:pt>
                <c:pt idx="57">
                  <c:v>-0.17725049622998151</c:v>
                </c:pt>
                <c:pt idx="58">
                  <c:v>-0.2076199300968859</c:v>
                </c:pt>
                <c:pt idx="59">
                  <c:v>-0.23404569078058379</c:v>
                </c:pt>
                <c:pt idx="60">
                  <c:v>-0.26381942092772992</c:v>
                </c:pt>
                <c:pt idx="61">
                  <c:v>-0.28563420570368342</c:v>
                </c:pt>
                <c:pt idx="62">
                  <c:v>-0.29950722886959141</c:v>
                </c:pt>
                <c:pt idx="63">
                  <c:v>-0.3080704698411158</c:v>
                </c:pt>
                <c:pt idx="64">
                  <c:v>-0.31315686314058949</c:v>
                </c:pt>
                <c:pt idx="65">
                  <c:v>-0.309751614473318</c:v>
                </c:pt>
                <c:pt idx="66">
                  <c:v>-0.27217359280530062</c:v>
                </c:pt>
                <c:pt idx="67">
                  <c:v>-0.2623588012302458</c:v>
                </c:pt>
                <c:pt idx="68">
                  <c:v>-0.2290223046053147</c:v>
                </c:pt>
                <c:pt idx="69">
                  <c:v>-0.14949872197778369</c:v>
                </c:pt>
                <c:pt idx="70">
                  <c:v>-9.589397908011757E-2</c:v>
                </c:pt>
                <c:pt idx="71">
                  <c:v>6.6558434842216352E-2</c:v>
                </c:pt>
                <c:pt idx="72">
                  <c:v>9.3393741833247654E-2</c:v>
                </c:pt>
                <c:pt idx="73">
                  <c:v>0.40799976883055689</c:v>
                </c:pt>
                <c:pt idx="74">
                  <c:v>0.45631477725517777</c:v>
                </c:pt>
                <c:pt idx="75">
                  <c:v>0.75803298339233327</c:v>
                </c:pt>
                <c:pt idx="76">
                  <c:v>0.70427645060453636</c:v>
                </c:pt>
                <c:pt idx="77">
                  <c:v>0.82676802797982007</c:v>
                </c:pt>
                <c:pt idx="78">
                  <c:v>0.85778471684992341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11E-4938-A0EF-3494CD716F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84833663"/>
        <c:axId val="984834143"/>
      </c:scatterChart>
      <c:valAx>
        <c:axId val="9848336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84834143"/>
        <c:crosses val="autoZero"/>
        <c:crossBetween val="midCat"/>
      </c:valAx>
      <c:valAx>
        <c:axId val="9848341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848336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Cp_0.89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Pressure_Coefficient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Sheet1!$A$2:$A$80</c:f>
              <c:numCache>
                <c:formatCode>General</c:formatCode>
                <c:ptCount val="79"/>
                <c:pt idx="0">
                  <c:v>0</c:v>
                </c:pt>
                <c:pt idx="1">
                  <c:v>2.8595041645274039E-4</c:v>
                </c:pt>
                <c:pt idx="2">
                  <c:v>1.376028069323465E-3</c:v>
                </c:pt>
                <c:pt idx="3">
                  <c:v>3.5892133876477268E-3</c:v>
                </c:pt>
                <c:pt idx="4">
                  <c:v>7.153875135615051E-3</c:v>
                </c:pt>
                <c:pt idx="5">
                  <c:v>1.2232551760306911E-2</c:v>
                </c:pt>
                <c:pt idx="6">
                  <c:v>1.8986411755124388E-2</c:v>
                </c:pt>
                <c:pt idx="7">
                  <c:v>2.7618319561191651E-2</c:v>
                </c:pt>
                <c:pt idx="8">
                  <c:v>3.8381679229307908E-2</c:v>
                </c:pt>
                <c:pt idx="9">
                  <c:v>5.1577941161992658E-2</c:v>
                </c:pt>
                <c:pt idx="10">
                  <c:v>6.7547196799399356E-2</c:v>
                </c:pt>
                <c:pt idx="11">
                  <c:v>8.6652640038600626E-2</c:v>
                </c:pt>
                <c:pt idx="12">
                  <c:v>0.10926109871975249</c:v>
                </c:pt>
                <c:pt idx="13">
                  <c:v>0.13571572444277291</c:v>
                </c:pt>
                <c:pt idx="14">
                  <c:v>0.16629792490506851</c:v>
                </c:pt>
                <c:pt idx="15">
                  <c:v>0.2011909467388171</c:v>
                </c:pt>
                <c:pt idx="16">
                  <c:v>0.24042884367214329</c:v>
                </c:pt>
                <c:pt idx="17">
                  <c:v>0.2838576211829299</c:v>
                </c:pt>
                <c:pt idx="18">
                  <c:v>0.33110220298504273</c:v>
                </c:pt>
                <c:pt idx="19">
                  <c:v>0.38155269514731222</c:v>
                </c:pt>
                <c:pt idx="20">
                  <c:v>0.43438107652221181</c:v>
                </c:pt>
                <c:pt idx="21">
                  <c:v>0.48858041975971811</c:v>
                </c:pt>
                <c:pt idx="22">
                  <c:v>0.54303879483088069</c:v>
                </c:pt>
                <c:pt idx="23">
                  <c:v>0.59662461747422069</c:v>
                </c:pt>
                <c:pt idx="24">
                  <c:v>0.64827934199552273</c:v>
                </c:pt>
                <c:pt idx="25">
                  <c:v>0.69709463238897529</c:v>
                </c:pt>
                <c:pt idx="26">
                  <c:v>0.74236840009147953</c:v>
                </c:pt>
                <c:pt idx="27">
                  <c:v>0.78363378269911177</c:v>
                </c:pt>
                <c:pt idx="28">
                  <c:v>0.8206516307429883</c:v>
                </c:pt>
                <c:pt idx="29">
                  <c:v>0.8533876894325948</c:v>
                </c:pt>
                <c:pt idx="30">
                  <c:v>0.88197674407275295</c:v>
                </c:pt>
                <c:pt idx="31">
                  <c:v>0.90666253038161038</c:v>
                </c:pt>
                <c:pt idx="32">
                  <c:v>0.92778484551194329</c:v>
                </c:pt>
                <c:pt idx="33">
                  <c:v>0.94570585383380201</c:v>
                </c:pt>
                <c:pt idx="34">
                  <c:v>0.96080112604886381</c:v>
                </c:pt>
                <c:pt idx="35">
                  <c:v>0.97345268249370742</c:v>
                </c:pt>
                <c:pt idx="36">
                  <c:v>0.98399463107496732</c:v>
                </c:pt>
                <c:pt idx="37">
                  <c:v>0.99275440188655617</c:v>
                </c:pt>
                <c:pt idx="38">
                  <c:v>0.9999928651232648</c:v>
                </c:pt>
                <c:pt idx="39">
                  <c:v>1.005975718016944</c:v>
                </c:pt>
                <c:pt idx="40">
                  <c:v>1.002987859008472</c:v>
                </c:pt>
                <c:pt idx="41">
                  <c:v>1</c:v>
                </c:pt>
                <c:pt idx="42">
                  <c:v>0.99275629279563482</c:v>
                </c:pt>
                <c:pt idx="43">
                  <c:v>0.98400477227218741</c:v>
                </c:pt>
                <c:pt idx="44">
                  <c:v>0.97345752439641398</c:v>
                </c:pt>
                <c:pt idx="45">
                  <c:v>0.9608141922209118</c:v>
                </c:pt>
                <c:pt idx="46">
                  <c:v>0.94572003983137254</c:v>
                </c:pt>
                <c:pt idx="47">
                  <c:v>0.92780161623606661</c:v>
                </c:pt>
                <c:pt idx="48">
                  <c:v>0.90668460843816134</c:v>
                </c:pt>
                <c:pt idx="49">
                  <c:v>0.88199961498818791</c:v>
                </c:pt>
                <c:pt idx="50">
                  <c:v>0.85342160697560498</c:v>
                </c:pt>
                <c:pt idx="51">
                  <c:v>0.82069145143773881</c:v>
                </c:pt>
                <c:pt idx="52">
                  <c:v>0.78368122289184294</c:v>
                </c:pt>
                <c:pt idx="53">
                  <c:v>0.74242372421221681</c:v>
                </c:pt>
                <c:pt idx="54">
                  <c:v>0.69715703296062181</c:v>
                </c:pt>
                <c:pt idx="55">
                  <c:v>0.64834990640760548</c:v>
                </c:pt>
                <c:pt idx="56">
                  <c:v>0.59670276791762022</c:v>
                </c:pt>
                <c:pt idx="57">
                  <c:v>0.54312360945197546</c:v>
                </c:pt>
                <c:pt idx="58">
                  <c:v>0.48867137894048041</c:v>
                </c:pt>
                <c:pt idx="59">
                  <c:v>0.43447689404859102</c:v>
                </c:pt>
                <c:pt idx="60">
                  <c:v>0.38165256139745801</c:v>
                </c:pt>
                <c:pt idx="61">
                  <c:v>0.33120386334404422</c:v>
                </c:pt>
                <c:pt idx="62">
                  <c:v>0.2839598756411752</c:v>
                </c:pt>
                <c:pt idx="63">
                  <c:v>0.2405296809464306</c:v>
                </c:pt>
                <c:pt idx="64">
                  <c:v>0.2012889064751717</c:v>
                </c:pt>
                <c:pt idx="65">
                  <c:v>0.16639201912365831</c:v>
                </c:pt>
                <c:pt idx="66">
                  <c:v>0.13580386092818059</c:v>
                </c:pt>
                <c:pt idx="67">
                  <c:v>0.10934403007541631</c:v>
                </c:pt>
                <c:pt idx="68">
                  <c:v>8.6728836344665772E-2</c:v>
                </c:pt>
                <c:pt idx="69">
                  <c:v>6.7615905293689327E-2</c:v>
                </c:pt>
                <c:pt idx="70">
                  <c:v>5.1639236059440867E-2</c:v>
                </c:pt>
                <c:pt idx="71">
                  <c:v>3.843555896038886E-2</c:v>
                </c:pt>
                <c:pt idx="72">
                  <c:v>2.7664733623701369E-2</c:v>
                </c:pt>
                <c:pt idx="73">
                  <c:v>1.9026081962819959E-2</c:v>
                </c:pt>
                <c:pt idx="74">
                  <c:v>1.2264504542023101E-2</c:v>
                </c:pt>
                <c:pt idx="75">
                  <c:v>7.1788823993546016E-3</c:v>
                </c:pt>
                <c:pt idx="76">
                  <c:v>3.606700126221662E-3</c:v>
                </c:pt>
                <c:pt idx="77">
                  <c:v>1.387578926038691E-3</c:v>
                </c:pt>
                <c:pt idx="78">
                  <c:v>2.9125237459548542E-4</c:v>
                </c:pt>
              </c:numCache>
            </c:numRef>
          </c:xVal>
          <c:yVal>
            <c:numRef>
              <c:f>Sheet1!$B$2:$B$80</c:f>
              <c:numCache>
                <c:formatCode>General</c:formatCode>
                <c:ptCount val="79"/>
                <c:pt idx="0">
                  <c:v>0.70783529988187766</c:v>
                </c:pt>
                <c:pt idx="1">
                  <c:v>0.76945762828703768</c:v>
                </c:pt>
                <c:pt idx="2">
                  <c:v>0.51297175219135849</c:v>
                </c:pt>
                <c:pt idx="3">
                  <c:v>0.46500213642571941</c:v>
                </c:pt>
                <c:pt idx="4">
                  <c:v>9.1010370866501836E-2</c:v>
                </c:pt>
                <c:pt idx="5">
                  <c:v>3.285907109850817E-3</c:v>
                </c:pt>
                <c:pt idx="6">
                  <c:v>-0.22176401962855841</c:v>
                </c:pt>
                <c:pt idx="7">
                  <c:v>-0.48702002808081141</c:v>
                </c:pt>
                <c:pt idx="8">
                  <c:v>-0.55489020803287081</c:v>
                </c:pt>
                <c:pt idx="9">
                  <c:v>-0.69972697698545716</c:v>
                </c:pt>
                <c:pt idx="10">
                  <c:v>-0.80974007263089898</c:v>
                </c:pt>
                <c:pt idx="11">
                  <c:v>-0.8734126219510786</c:v>
                </c:pt>
                <c:pt idx="12">
                  <c:v>-0.89701098864562678</c:v>
                </c:pt>
                <c:pt idx="13">
                  <c:v>-0.89379913014670231</c:v>
                </c:pt>
                <c:pt idx="14">
                  <c:v>-0.87318122004193421</c:v>
                </c:pt>
                <c:pt idx="15">
                  <c:v>-0.78500552256245137</c:v>
                </c:pt>
                <c:pt idx="16">
                  <c:v>-0.64598156956757313</c:v>
                </c:pt>
                <c:pt idx="17">
                  <c:v>-0.53550335608475086</c:v>
                </c:pt>
                <c:pt idx="18">
                  <c:v>-0.46332910062260518</c:v>
                </c:pt>
                <c:pt idx="19">
                  <c:v>-0.39507247948227459</c:v>
                </c:pt>
                <c:pt idx="20">
                  <c:v>-0.33937403995121179</c:v>
                </c:pt>
                <c:pt idx="21">
                  <c:v>-0.2851635146959477</c:v>
                </c:pt>
                <c:pt idx="22">
                  <c:v>-0.23783488221863869</c:v>
                </c:pt>
                <c:pt idx="23">
                  <c:v>-0.19006890013304681</c:v>
                </c:pt>
                <c:pt idx="24">
                  <c:v>-0.15442375004843961</c:v>
                </c:pt>
                <c:pt idx="25">
                  <c:v>-0.11142001925304</c:v>
                </c:pt>
                <c:pt idx="26">
                  <c:v>-7.6739815129565292E-2</c:v>
                </c:pt>
                <c:pt idx="27">
                  <c:v>-4.158060905416136E-2</c:v>
                </c:pt>
                <c:pt idx="28">
                  <c:v>-4.7437391374606846E-3</c:v>
                </c:pt>
                <c:pt idx="29">
                  <c:v>2.8485575015678562E-2</c:v>
                </c:pt>
                <c:pt idx="30">
                  <c:v>8.0921247627804962E-2</c:v>
                </c:pt>
                <c:pt idx="31">
                  <c:v>8.8580650820485385E-2</c:v>
                </c:pt>
                <c:pt idx="32">
                  <c:v>0.16056978475531561</c:v>
                </c:pt>
                <c:pt idx="33">
                  <c:v>0.194123061581257</c:v>
                </c:pt>
                <c:pt idx="34">
                  <c:v>0.1922255659262728</c:v>
                </c:pt>
                <c:pt idx="35">
                  <c:v>0.39592866654610892</c:v>
                </c:pt>
                <c:pt idx="36">
                  <c:v>0.29996629482391651</c:v>
                </c:pt>
                <c:pt idx="37">
                  <c:v>0.48629111206700643</c:v>
                </c:pt>
                <c:pt idx="38">
                  <c:v>0.95749481965779637</c:v>
                </c:pt>
                <c:pt idx="39">
                  <c:v>-2.6588079360694281E-2</c:v>
                </c:pt>
                <c:pt idx="40">
                  <c:v>0.49529264633272452</c:v>
                </c:pt>
                <c:pt idx="41">
                  <c:v>1.0171733720261431</c:v>
                </c:pt>
                <c:pt idx="42">
                  <c:v>0.54465067355323005</c:v>
                </c:pt>
                <c:pt idx="43">
                  <c:v>0.29147384475831611</c:v>
                </c:pt>
                <c:pt idx="44">
                  <c:v>0.42894971898101819</c:v>
                </c:pt>
                <c:pt idx="45">
                  <c:v>0.20622538142951041</c:v>
                </c:pt>
                <c:pt idx="46">
                  <c:v>0.16700275782953061</c:v>
                </c:pt>
                <c:pt idx="47">
                  <c:v>0.1446956137880081</c:v>
                </c:pt>
                <c:pt idx="48">
                  <c:v>8.9876501511694157E-2</c:v>
                </c:pt>
                <c:pt idx="49">
                  <c:v>5.6624047167640468E-2</c:v>
                </c:pt>
                <c:pt idx="50">
                  <c:v>4.3087035482691688E-2</c:v>
                </c:pt>
                <c:pt idx="51">
                  <c:v>-8.7469921656592158E-3</c:v>
                </c:pt>
                <c:pt idx="52">
                  <c:v>-2.526908847857107E-2</c:v>
                </c:pt>
                <c:pt idx="53">
                  <c:v>-6.2638182786303911E-2</c:v>
                </c:pt>
                <c:pt idx="54">
                  <c:v>-9.0299967005428528E-2</c:v>
                </c:pt>
                <c:pt idx="55">
                  <c:v>-0.120076764674133</c:v>
                </c:pt>
                <c:pt idx="56">
                  <c:v>-0.15248923008799239</c:v>
                </c:pt>
                <c:pt idx="57">
                  <c:v>-0.1824696614367437</c:v>
                </c:pt>
                <c:pt idx="58">
                  <c:v>-0.21227885537272859</c:v>
                </c:pt>
                <c:pt idx="59">
                  <c:v>-0.24445991887744359</c:v>
                </c:pt>
                <c:pt idx="60">
                  <c:v>-0.26719284243179159</c:v>
                </c:pt>
                <c:pt idx="61">
                  <c:v>-0.29808499730257221</c:v>
                </c:pt>
                <c:pt idx="62">
                  <c:v>-0.31088615091644167</c:v>
                </c:pt>
                <c:pt idx="63">
                  <c:v>-0.31606492564309391</c:v>
                </c:pt>
                <c:pt idx="64">
                  <c:v>-0.32365953630121391</c:v>
                </c:pt>
                <c:pt idx="65">
                  <c:v>-0.30770206064661459</c:v>
                </c:pt>
                <c:pt idx="66">
                  <c:v>-0.27389192770152271</c:v>
                </c:pt>
                <c:pt idx="67">
                  <c:v>-0.2279031122781601</c:v>
                </c:pt>
                <c:pt idx="68">
                  <c:v>-0.14162722447275289</c:v>
                </c:pt>
                <c:pt idx="69">
                  <c:v>-0.1895806421047519</c:v>
                </c:pt>
                <c:pt idx="70">
                  <c:v>4.39663627374405E-4</c:v>
                </c:pt>
                <c:pt idx="71">
                  <c:v>0.1357172197132045</c:v>
                </c:pt>
                <c:pt idx="72">
                  <c:v>0.26706094334357938</c:v>
                </c:pt>
                <c:pt idx="73">
                  <c:v>0.47032438033604118</c:v>
                </c:pt>
                <c:pt idx="74">
                  <c:v>0.44938250755847081</c:v>
                </c:pt>
                <c:pt idx="75">
                  <c:v>0.7984291473119195</c:v>
                </c:pt>
                <c:pt idx="76">
                  <c:v>0.8296684050464167</c:v>
                </c:pt>
                <c:pt idx="77">
                  <c:v>0.83411132170198965</c:v>
                </c:pt>
                <c:pt idx="78">
                  <c:v>0.84137734164912459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AE5-422C-96C5-AAF120CFE5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77300623"/>
        <c:axId val="877299183"/>
      </c:scatterChart>
      <c:valAx>
        <c:axId val="877300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77299183"/>
        <c:crosses val="autoZero"/>
        <c:crossBetween val="midCat"/>
      </c:valAx>
      <c:valAx>
        <c:axId val="8772991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7730062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Cp_0.96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Pressure_Coefficient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Sheet1!$A$2:$A$80</c:f>
              <c:numCache>
                <c:formatCode>General</c:formatCode>
                <c:ptCount val="79"/>
                <c:pt idx="0">
                  <c:v>0</c:v>
                </c:pt>
                <c:pt idx="1">
                  <c:v>2.8685365598151092E-4</c:v>
                </c:pt>
                <c:pt idx="2">
                  <c:v>1.3733168232240201E-3</c:v>
                </c:pt>
                <c:pt idx="3">
                  <c:v>3.576619464304986E-3</c:v>
                </c:pt>
                <c:pt idx="4">
                  <c:v>7.1235575492325084E-3</c:v>
                </c:pt>
                <c:pt idx="5">
                  <c:v>1.2175611111234001E-2</c:v>
                </c:pt>
                <c:pt idx="6">
                  <c:v>1.8892946311696759E-2</c:v>
                </c:pt>
                <c:pt idx="7">
                  <c:v>2.7477201431090191E-2</c:v>
                </c:pt>
                <c:pt idx="8">
                  <c:v>3.8180258058741867E-2</c:v>
                </c:pt>
                <c:pt idx="9">
                  <c:v>5.1301752115988801E-2</c:v>
                </c:pt>
                <c:pt idx="10">
                  <c:v>6.7179715113897573E-2</c:v>
                </c:pt>
                <c:pt idx="11">
                  <c:v>8.6175209548409779E-2</c:v>
                </c:pt>
                <c:pt idx="12">
                  <c:v>0.108652554669075</c:v>
                </c:pt>
                <c:pt idx="13">
                  <c:v>0.1349530165083638</c:v>
                </c:pt>
                <c:pt idx="14">
                  <c:v>0.16535613293460041</c:v>
                </c:pt>
                <c:pt idx="15">
                  <c:v>0.20004393884529531</c:v>
                </c:pt>
                <c:pt idx="16">
                  <c:v>0.2390501658531384</c:v>
                </c:pt>
                <c:pt idx="17">
                  <c:v>0.28222171663021017</c:v>
                </c:pt>
                <c:pt idx="18">
                  <c:v>0.32918542563771902</c:v>
                </c:pt>
                <c:pt idx="19">
                  <c:v>0.37933525414824121</c:v>
                </c:pt>
                <c:pt idx="20">
                  <c:v>0.43184813654604148</c:v>
                </c:pt>
                <c:pt idx="21">
                  <c:v>0.48572296326327369</c:v>
                </c:pt>
                <c:pt idx="22">
                  <c:v>0.53985479124863911</c:v>
                </c:pt>
                <c:pt idx="23">
                  <c:v>0.59311885359873695</c:v>
                </c:pt>
                <c:pt idx="24">
                  <c:v>0.64446300431232462</c:v>
                </c:pt>
                <c:pt idx="25">
                  <c:v>0.69298448111501332</c:v>
                </c:pt>
                <c:pt idx="26">
                  <c:v>0.73798549949410142</c:v>
                </c:pt>
                <c:pt idx="27">
                  <c:v>0.77900207873891347</c:v>
                </c:pt>
                <c:pt idx="28">
                  <c:v>0.81579656923969546</c:v>
                </c:pt>
                <c:pt idx="29">
                  <c:v>0.84833497970818772</c:v>
                </c:pt>
                <c:pt idx="30">
                  <c:v>0.87675132186314797</c:v>
                </c:pt>
                <c:pt idx="31">
                  <c:v>0.90128789651794505</c:v>
                </c:pt>
                <c:pt idx="32">
                  <c:v>0.92228248058243123</c:v>
                </c:pt>
                <c:pt idx="33">
                  <c:v>0.94009507193825692</c:v>
                </c:pt>
                <c:pt idx="34">
                  <c:v>0.95509897959085222</c:v>
                </c:pt>
                <c:pt idx="35">
                  <c:v>0.96767395516595578</c:v>
                </c:pt>
                <c:pt idx="36">
                  <c:v>0.97815206732726956</c:v>
                </c:pt>
                <c:pt idx="37">
                  <c:v>0.986858783455834</c:v>
                </c:pt>
                <c:pt idx="38">
                  <c:v>0.99405338682410649</c:v>
                </c:pt>
                <c:pt idx="39">
                  <c:v>1</c:v>
                </c:pt>
                <c:pt idx="40">
                  <c:v>0.99702953502971026</c:v>
                </c:pt>
                <c:pt idx="41">
                  <c:v>0.9940590700594204</c:v>
                </c:pt>
                <c:pt idx="42">
                  <c:v>0.98685753950835242</c:v>
                </c:pt>
                <c:pt idx="43">
                  <c:v>0.9781569768353181</c:v>
                </c:pt>
                <c:pt idx="44">
                  <c:v>0.967671175709652</c:v>
                </c:pt>
                <c:pt idx="45">
                  <c:v>0.9551015121964872</c:v>
                </c:pt>
                <c:pt idx="46">
                  <c:v>0.94009533698641778</c:v>
                </c:pt>
                <c:pt idx="47">
                  <c:v>0.92228139106503726</c:v>
                </c:pt>
                <c:pt idx="48">
                  <c:v>0.90128756365161089</c:v>
                </c:pt>
                <c:pt idx="49">
                  <c:v>0.87674663336476089</c:v>
                </c:pt>
                <c:pt idx="50">
                  <c:v>0.8483354993602884</c:v>
                </c:pt>
                <c:pt idx="51">
                  <c:v>0.81579657937447281</c:v>
                </c:pt>
                <c:pt idx="52">
                  <c:v>0.77900273997315372</c:v>
                </c:pt>
                <c:pt idx="53">
                  <c:v>0.73798664411826409</c:v>
                </c:pt>
                <c:pt idx="54">
                  <c:v>0.69298503619409801</c:v>
                </c:pt>
                <c:pt idx="55">
                  <c:v>0.6444639972721431</c:v>
                </c:pt>
                <c:pt idx="56">
                  <c:v>0.59311992339912301</c:v>
                </c:pt>
                <c:pt idx="57">
                  <c:v>0.53985556594491613</c:v>
                </c:pt>
                <c:pt idx="58">
                  <c:v>0.48572374398068408</c:v>
                </c:pt>
                <c:pt idx="59">
                  <c:v>0.43184871246630119</c:v>
                </c:pt>
                <c:pt idx="60">
                  <c:v>0.3793364000956852</c:v>
                </c:pt>
                <c:pt idx="61">
                  <c:v>0.32918640456456522</c:v>
                </c:pt>
                <c:pt idx="62">
                  <c:v>0.2822229106817753</c:v>
                </c:pt>
                <c:pt idx="63">
                  <c:v>0.23905137090097009</c:v>
                </c:pt>
                <c:pt idx="64">
                  <c:v>0.2000451116516026</c:v>
                </c:pt>
                <c:pt idx="65">
                  <c:v>0.16535757582100161</c:v>
                </c:pt>
                <c:pt idx="66">
                  <c:v>0.1349537006429701</c:v>
                </c:pt>
                <c:pt idx="67">
                  <c:v>0.10865403076768571</c:v>
                </c:pt>
                <c:pt idx="68">
                  <c:v>8.6176446931108111E-2</c:v>
                </c:pt>
                <c:pt idx="69">
                  <c:v>6.718050973649578E-2</c:v>
                </c:pt>
                <c:pt idx="70">
                  <c:v>5.130231456841771E-2</c:v>
                </c:pt>
                <c:pt idx="71">
                  <c:v>3.8180691743027698E-2</c:v>
                </c:pt>
                <c:pt idx="72">
                  <c:v>2.7477481778348019E-2</c:v>
                </c:pt>
                <c:pt idx="73">
                  <c:v>1.8893743414801781E-2</c:v>
                </c:pt>
                <c:pt idx="74">
                  <c:v>1.2176009997295959E-2</c:v>
                </c:pt>
                <c:pt idx="75">
                  <c:v>7.1240598489233963E-3</c:v>
                </c:pt>
                <c:pt idx="76">
                  <c:v>3.5766322028065712E-3</c:v>
                </c:pt>
                <c:pt idx="77">
                  <c:v>1.3738732830204229E-3</c:v>
                </c:pt>
                <c:pt idx="78">
                  <c:v>2.8700396367612531E-4</c:v>
                </c:pt>
              </c:numCache>
            </c:numRef>
          </c:xVal>
          <c:yVal>
            <c:numRef>
              <c:f>Sheet1!$B$2:$B$80</c:f>
              <c:numCache>
                <c:formatCode>General</c:formatCode>
                <c:ptCount val="79"/>
                <c:pt idx="0">
                  <c:v>0.71505528300171062</c:v>
                </c:pt>
                <c:pt idx="1">
                  <c:v>0.59385407880143737</c:v>
                </c:pt>
                <c:pt idx="2">
                  <c:v>0.53428768454810316</c:v>
                </c:pt>
                <c:pt idx="3">
                  <c:v>0.478042688572</c:v>
                </c:pt>
                <c:pt idx="4">
                  <c:v>0.17034596553582881</c:v>
                </c:pt>
                <c:pt idx="5">
                  <c:v>5.1710392340123144E-3</c:v>
                </c:pt>
                <c:pt idx="6">
                  <c:v>-0.1757079354492509</c:v>
                </c:pt>
                <c:pt idx="7">
                  <c:v>-0.43036968455689412</c:v>
                </c:pt>
                <c:pt idx="8">
                  <c:v>-0.52966557101739375</c:v>
                </c:pt>
                <c:pt idx="9">
                  <c:v>-0.59398136592104367</c:v>
                </c:pt>
                <c:pt idx="10">
                  <c:v>-0.68771440748249246</c:v>
                </c:pt>
                <c:pt idx="11">
                  <c:v>-0.79105961543547232</c:v>
                </c:pt>
                <c:pt idx="12">
                  <c:v>-0.83561408502021994</c:v>
                </c:pt>
                <c:pt idx="13">
                  <c:v>-0.88671588581972471</c:v>
                </c:pt>
                <c:pt idx="14">
                  <c:v>-0.93008499410313716</c:v>
                </c:pt>
                <c:pt idx="15">
                  <c:v>-0.92794696826599754</c:v>
                </c:pt>
                <c:pt idx="16">
                  <c:v>-0.88001342342794719</c:v>
                </c:pt>
                <c:pt idx="17">
                  <c:v>-0.74049679603305107</c:v>
                </c:pt>
                <c:pt idx="18">
                  <c:v>-0.51174394234905329</c:v>
                </c:pt>
                <c:pt idx="19">
                  <c:v>-0.3649460939404191</c:v>
                </c:pt>
                <c:pt idx="20">
                  <c:v>-0.29331526738188529</c:v>
                </c:pt>
                <c:pt idx="21">
                  <c:v>-0.25981289972921712</c:v>
                </c:pt>
                <c:pt idx="22">
                  <c:v>-0.227802178009437</c:v>
                </c:pt>
                <c:pt idx="23">
                  <c:v>-0.19457825093090789</c:v>
                </c:pt>
                <c:pt idx="24">
                  <c:v>-0.16353013805315181</c:v>
                </c:pt>
                <c:pt idx="25">
                  <c:v>-0.13118130992191709</c:v>
                </c:pt>
                <c:pt idx="26">
                  <c:v>-9.8611718192614786E-2</c:v>
                </c:pt>
                <c:pt idx="27">
                  <c:v>-6.516304979353045E-2</c:v>
                </c:pt>
                <c:pt idx="28">
                  <c:v>-3.1795924705444123E-2</c:v>
                </c:pt>
                <c:pt idx="29">
                  <c:v>1.789975119465801E-3</c:v>
                </c:pt>
                <c:pt idx="30">
                  <c:v>3.7470145834150773E-2</c:v>
                </c:pt>
                <c:pt idx="31">
                  <c:v>7.1380230041808448E-2</c:v>
                </c:pt>
                <c:pt idx="32">
                  <c:v>0.1099243609476387</c:v>
                </c:pt>
                <c:pt idx="33">
                  <c:v>0.1431383437199486</c:v>
                </c:pt>
                <c:pt idx="34">
                  <c:v>0.2032417305091225</c:v>
                </c:pt>
                <c:pt idx="35">
                  <c:v>0.28472537566969353</c:v>
                </c:pt>
                <c:pt idx="36">
                  <c:v>0.35976511040018749</c:v>
                </c:pt>
                <c:pt idx="37">
                  <c:v>0.54657884703510162</c:v>
                </c:pt>
                <c:pt idx="38">
                  <c:v>0.79755324739664546</c:v>
                </c:pt>
                <c:pt idx="39">
                  <c:v>0.21523456380954331</c:v>
                </c:pt>
                <c:pt idx="40">
                  <c:v>0.53409874272993729</c:v>
                </c:pt>
                <c:pt idx="41">
                  <c:v>0.85296292165033127</c:v>
                </c:pt>
                <c:pt idx="42">
                  <c:v>0.5845660967926537</c:v>
                </c:pt>
                <c:pt idx="43">
                  <c:v>0.45206816072730738</c:v>
                </c:pt>
                <c:pt idx="44">
                  <c:v>0.30803482944762589</c:v>
                </c:pt>
                <c:pt idx="45">
                  <c:v>0.20733878467145531</c:v>
                </c:pt>
                <c:pt idx="46">
                  <c:v>0.18484476400350169</c:v>
                </c:pt>
                <c:pt idx="47">
                  <c:v>0.1391805098446853</c:v>
                </c:pt>
                <c:pt idx="48">
                  <c:v>0.1005767131015395</c:v>
                </c:pt>
                <c:pt idx="49">
                  <c:v>7.9733447265982194E-2</c:v>
                </c:pt>
                <c:pt idx="50">
                  <c:v>4.309862315424879E-2</c:v>
                </c:pt>
                <c:pt idx="51">
                  <c:v>1.119728880288051E-2</c:v>
                </c:pt>
                <c:pt idx="52">
                  <c:v>-2.16785875579747E-2</c:v>
                </c:pt>
                <c:pt idx="53">
                  <c:v>-5.0147147402456231E-2</c:v>
                </c:pt>
                <c:pt idx="54">
                  <c:v>-7.9309819821041891E-2</c:v>
                </c:pt>
                <c:pt idx="55">
                  <c:v>-0.1033094084505905</c:v>
                </c:pt>
                <c:pt idx="56">
                  <c:v>-0.13210811926155139</c:v>
                </c:pt>
                <c:pt idx="57">
                  <c:v>-0.1576092981302078</c:v>
                </c:pt>
                <c:pt idx="58">
                  <c:v>-0.18200864786977031</c:v>
                </c:pt>
                <c:pt idx="59">
                  <c:v>-0.2045583566525517</c:v>
                </c:pt>
                <c:pt idx="60">
                  <c:v>-0.23064624958814381</c:v>
                </c:pt>
                <c:pt idx="61">
                  <c:v>-0.24782802187377179</c:v>
                </c:pt>
                <c:pt idx="62">
                  <c:v>-0.25930176238954739</c:v>
                </c:pt>
                <c:pt idx="63">
                  <c:v>-0.25389404866751702</c:v>
                </c:pt>
                <c:pt idx="64">
                  <c:v>-0.23795531465929581</c:v>
                </c:pt>
                <c:pt idx="65">
                  <c:v>-0.1969469846723344</c:v>
                </c:pt>
                <c:pt idx="66">
                  <c:v>-0.15135631837954039</c:v>
                </c:pt>
                <c:pt idx="67">
                  <c:v>-7.8046892931196571E-2</c:v>
                </c:pt>
                <c:pt idx="68">
                  <c:v>5.3102595210818768E-3</c:v>
                </c:pt>
                <c:pt idx="69">
                  <c:v>9.7613309848201699E-2</c:v>
                </c:pt>
                <c:pt idx="70">
                  <c:v>0.28321384112436682</c:v>
                </c:pt>
                <c:pt idx="71">
                  <c:v>0.42030604666300858</c:v>
                </c:pt>
                <c:pt idx="72">
                  <c:v>0.52905697947677532</c:v>
                </c:pt>
                <c:pt idx="73">
                  <c:v>0.61445868128773251</c:v>
                </c:pt>
                <c:pt idx="74">
                  <c:v>0.70542919458147224</c:v>
                </c:pt>
                <c:pt idx="75">
                  <c:v>0.74349599878877826</c:v>
                </c:pt>
                <c:pt idx="76">
                  <c:v>0.90061603705299864</c:v>
                </c:pt>
                <c:pt idx="77">
                  <c:v>0.81056039993143036</c:v>
                </c:pt>
                <c:pt idx="78">
                  <c:v>0.64655890176348596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975-4635-9C60-8C90D4BED3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52882623"/>
        <c:axId val="1352881663"/>
      </c:scatterChart>
      <c:valAx>
        <c:axId val="1352882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52881663"/>
        <c:crosses val="autoZero"/>
        <c:crossBetween val="midCat"/>
      </c:valAx>
      <c:valAx>
        <c:axId val="135288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5288262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B2A49-4194-DEC1-A0E9-C196892F3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7B035C-2D3C-DF40-F216-DC01F841A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B91EA6-6EAC-DDE6-A9C5-F1E52F65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65D372-6590-C999-EA7D-C9985C81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E30ED6-5FB0-B5CE-F316-88556E86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312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C5CBB-AD39-14F0-FCF8-620D75460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F40716-B376-732E-B2DA-EBECFD18A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5F51AB-B047-B32D-3E01-3525C2727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52C9DB-E112-5B48-2324-5FFF3983A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C8818F-271B-95EC-DD0D-7AF528ECC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80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ACA494-5A95-655A-AE5F-073F3F8B4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4BD47F-81FD-52E1-972F-7B7E6AFD9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A79A0E-5C5D-21C1-B287-E8E5413B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87E0DA-C84B-1459-717E-20C71025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07449B-846B-64FD-4159-9060288C8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17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0D186-BD64-ABE3-85D5-5C22D8AF5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15C69C-6127-2858-4E30-515CF0312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C4EF1A-4581-8E79-2EC2-570233AE0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FA78B0-5CD1-EDA6-CD92-69F1507C0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673C2D-8189-7D55-3A16-11EA307A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425FE4-B906-76FA-5F6F-6B2E2115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25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D8C19-64B5-7C0A-62AA-93F79E52D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932E77-4FF5-778D-4D6C-7C55D8A46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61E8AD-7312-87DA-817C-CD9A0CF0F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49089C-AB21-7670-D867-D19D3551B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9C6C65-102F-E818-FE1A-F7979CABE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6D016D-8A5D-06DB-4C82-7BB1CD24B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44C24C-546C-DD07-1180-C2512ADAD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FC8A73C-9AC4-7C0A-8FBA-367F36642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459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A1F09-890D-2978-F441-C5DC14C8B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EFA064D-795A-D999-9FA6-8B6334081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2AE382-6F3E-353A-E95A-C81B975C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6CE960-52EB-0C15-577D-7DFF694EC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06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76B877-7D63-40DC-0720-ABC850B6E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1F6B5A-E7D2-47E8-DF0B-7BE27139E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1343D8-0612-85C5-F7A3-A033E8BD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9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6735A6-17AA-B691-8720-B06B9F351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C258F5-9304-CB2F-6B2B-2CA52FD69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BC24F9-1E04-0390-4540-20DB70C9B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A576AF-DEC8-9E5C-76E1-CF47E218A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B67DED-7ACA-073C-AF21-E79A59E7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ACED5A-6EBF-DDB0-A4F5-4DCD0684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19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74C60-FBAE-ED57-3DE0-720131081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A8B4D3C-8930-1F69-344D-FAE229316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A1243A-ADCC-0BA6-2105-C808A509E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683EE7-A46A-C894-F25E-73A989861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D7106C-FB2B-9587-0825-DAADB1C0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F3C54-F39C-ACBD-B465-33F499BF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449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2D46F-4034-6116-37CE-F5B9FE000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ECC487-16DB-3895-25EA-88F0E68BD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008111-A35E-3E00-7E44-FB6A2726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051AC0-72FE-01E9-98D9-54966551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F7D0C5-40BF-A3AB-FF3E-8D3027AA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751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EFDE41C-7A6A-7DE2-027B-EB2029290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46B83C-2CBC-A29E-3ED2-2EA97691E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B5F02-C5D3-B4AF-9F61-1AB21F6D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5EEFD9-781F-5EC8-14D0-72B38B8C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90086C-60B3-036D-64E4-0EC1084E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379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22973C-F9AB-B74A-FA31-43D1CDB3F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EB83B2-69A4-8156-C283-653C81E05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787A8C-AC60-050F-DB49-724379CBC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867FC-7512-428F-9714-004E33894BE8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CB38B-20E8-DF0E-1E87-69226CA687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567267-4DE4-EE9E-E0AD-CB1704C02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72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5F630-4893-D7BE-673E-2C177BE717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11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주차 실습 보고서</a:t>
            </a:r>
            <a:b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en-US" altLang="ko-KR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caradonna_tung_sec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86429E-F93C-088D-3DAC-0E682B9A7F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2021010502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왕세영</a:t>
            </a:r>
          </a:p>
        </p:txBody>
      </p:sp>
    </p:spTree>
    <p:extLst>
      <p:ext uri="{BB962C8B-B14F-4D97-AF65-F5344CB8AC3E}">
        <p14:creationId xmlns:p14="http://schemas.microsoft.com/office/powerpoint/2010/main" val="1601514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21E84-4D0D-69A6-70E9-B00757283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EF53ED5-6058-D1F2-BFE7-B9DCCBB14927}"/>
              </a:ext>
            </a:extLst>
          </p:cNvPr>
          <p:cNvSpPr txBox="1"/>
          <p:nvPr/>
        </p:nvSpPr>
        <p:spPr>
          <a:xfrm>
            <a:off x="264543" y="115019"/>
            <a:ext cx="8471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SU2_Caradonna_tung_section data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E93D8B-7D45-5AB1-307A-D1691E5A5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7" y="665018"/>
            <a:ext cx="5982533" cy="14575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5524F93-538E-6647-C97E-850F56F8A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7" y="2303213"/>
            <a:ext cx="3157360" cy="200981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9215E40-1D45-402A-AEC9-5F2A664C1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6" y="4313023"/>
            <a:ext cx="3157360" cy="24639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76BFD2-99D9-7D78-C73F-E8202525E0EC}"/>
              </a:ext>
            </a:extLst>
          </p:cNvPr>
          <p:cNvSpPr txBox="1"/>
          <p:nvPr/>
        </p:nvSpPr>
        <p:spPr>
          <a:xfrm>
            <a:off x="6791865" y="1040921"/>
            <a:ext cx="4974566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Caradonna-Tung </a:t>
            </a:r>
            <a:r>
              <a:rPr lang="ko-KR" altLang="en-US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로터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블레이드에서 발생하는 강한 충격파와 유동을 정밀하게 모사하기 위해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기존 해석 방식의 한계를 보완하는 수치 기법들을 적용하였다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먼저 </a:t>
            </a:r>
            <a:r>
              <a:rPr lang="ko-KR" altLang="en-US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대류항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계산 시 기존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JST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기법 대신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ROE Scheme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을 도입하여 충격파 포착 성능을 높였으며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MUSCL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기법을 통해 공간 차분 정확도를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차로 향상시켰다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또한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Venkatakrishnan Limiter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를 적용하여 충격파 주변의 수치적 진동을 제어하고 해석의 안정성을 확보하였으며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밀도 </a:t>
            </a:r>
            <a:r>
              <a:rPr lang="ko-KR" altLang="en-US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구배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기반의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Grid Adaptation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을 도입하여 충격파 발생 구간의 격자 해상도를 최적화하였다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해석 결과 데이터의 신뢰성을 높이고 분석 효율성을 극대화하기 위해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자체적인 데이터 후처리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프로그램을 개발하여 적용하였다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압력 중심이동에 따른 형상 왜곡을 방지하기 위해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Nose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와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Tail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을 기준으로 좌표계를 재설정하는 알고리즘을 구현하였다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기하학적 중심선을 기준으로 윗면과 아랫면 데이터를 정확히 분리하고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앞전에서 뒷전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방향으로 데이터를 자동 정렬하여 그래프 도시 시 발생하는 데이터 꼬임 현상을 제거하였다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해석된 압력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데이터를 기반으로 압력 계수를 실시간으로 재계산하여 검증하였으며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Trailing Edge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의 불연속 구간을 잇는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Closing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로직을 추가하여 데이터의 완성도를 높였다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ko-KR" altLang="en-US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9133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5B1F3-6153-D8AD-0B0C-82FDB6B9A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21BAE764-7A7F-52DC-5730-C33C9A45FB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5697977"/>
              </p:ext>
            </p:extLst>
          </p:nvPr>
        </p:nvGraphicFramePr>
        <p:xfrm>
          <a:off x="201282" y="685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48B028BA-50BA-5FCA-C514-AAA2890434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3847696"/>
              </p:ext>
            </p:extLst>
          </p:nvPr>
        </p:nvGraphicFramePr>
        <p:xfrm>
          <a:off x="4773282" y="87701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E583F9B7-9985-DCFD-D6BB-177FA8A179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8595054"/>
              </p:ext>
            </p:extLst>
          </p:nvPr>
        </p:nvGraphicFramePr>
        <p:xfrm>
          <a:off x="201282" y="381143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ADB019DC-6609-DAA0-85B3-E44BE4AEFA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6241671"/>
              </p:ext>
            </p:extLst>
          </p:nvPr>
        </p:nvGraphicFramePr>
        <p:xfrm>
          <a:off x="4919933" y="381143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4469092-915D-65F5-5704-E415A93D1EDE}"/>
              </a:ext>
            </a:extLst>
          </p:cNvPr>
          <p:cNvSpPr txBox="1"/>
          <p:nvPr/>
        </p:nvSpPr>
        <p:spPr>
          <a:xfrm>
            <a:off x="339306" y="115019"/>
            <a:ext cx="8471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SU2_Caradonna_tung_section data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9841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90DD1-9ADD-E506-1378-430F18A3A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40EC105-3605-B4A0-AAEC-FA0DDB43343E}"/>
              </a:ext>
            </a:extLst>
          </p:cNvPr>
          <p:cNvSpPr txBox="1"/>
          <p:nvPr/>
        </p:nvSpPr>
        <p:spPr>
          <a:xfrm>
            <a:off x="339306" y="115019"/>
            <a:ext cx="8471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NASA_Caradonna_tung_section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data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7E2768-E65E-AA8A-142A-6154BCD62401}"/>
              </a:ext>
            </a:extLst>
          </p:cNvPr>
          <p:cNvSpPr txBox="1"/>
          <p:nvPr/>
        </p:nvSpPr>
        <p:spPr>
          <a:xfrm>
            <a:off x="6596331" y="2274838"/>
            <a:ext cx="51643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본 해석은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Caradonna-Tung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로터의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전반적인 양력 발생 메커니즘과 압력면의 거동을 정확히 모사하였다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그러나 끝단에서의 충격파 위치와 강도에서 실험값과 차이를 보였으며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이는 점성 효과 부재와 복잡한 팁 유동의 모사 한계에 기인한다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향후 정확도를 높이기 위해서는 점성을 고려한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RANS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해석이나 격자 적응기법의 도입이 필요할 것으로 판단된다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5" name="Picture 0">
            <a:extLst>
              <a:ext uri="{FF2B5EF4-FFF2-40B4-BE49-F238E27FC236}">
                <a16:creationId xmlns:a16="http://schemas.microsoft.com/office/drawing/2014/main" id="{67074BDA-46E3-6130-66FD-85EFDA489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" y="1417828"/>
            <a:ext cx="5400040" cy="402234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85289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2749</TotalTime>
  <Words>260</Words>
  <Application>Microsoft Office PowerPoint</Application>
  <PresentationFormat>와이드스크린</PresentationFormat>
  <Paragraphs>17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나눔스퀘어 네오 Bold</vt:lpstr>
      <vt:lpstr>맑은 고딕</vt:lpstr>
      <vt:lpstr>Arial</vt:lpstr>
      <vt:lpstr>Office 테마</vt:lpstr>
      <vt:lpstr>11주차 실습 보고서 (caradonna_tung_sec)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세영 왕</dc:creator>
  <cp:lastModifiedBy>세영 왕</cp:lastModifiedBy>
  <cp:revision>5</cp:revision>
  <dcterms:created xsi:type="dcterms:W3CDTF">2025-09-25T04:28:41Z</dcterms:created>
  <dcterms:modified xsi:type="dcterms:W3CDTF">2025-11-26T16:19:20Z</dcterms:modified>
</cp:coreProperties>
</file>