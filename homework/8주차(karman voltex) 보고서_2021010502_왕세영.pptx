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62" r:id="rId4"/>
    <p:sldId id="264" r:id="rId5"/>
    <p:sldId id="258" r:id="rId6"/>
    <p:sldId id="265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8A4D789-788B-4BE7-843E-470BD3F6A62B}" v="11" dt="2025-11-05T18:07:32.56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6" autoAdjust="0"/>
    <p:restoredTop sz="94660"/>
  </p:normalViewPr>
  <p:slideViewPr>
    <p:cSldViewPr snapToGrid="0">
      <p:cViewPr varScale="1">
        <p:scale>
          <a:sx n="83" d="100"/>
          <a:sy n="83" d="100"/>
        </p:scale>
        <p:origin x="390" y="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7B2A49-4194-DEC1-A0E9-C196892F30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37B035C-2D3C-DF40-F216-DC01F841AE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EB91EA6-6EAC-DDE6-A9C5-F1E52F65DD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867FC-7512-428F-9714-004E33894BE8}" type="datetimeFigureOut">
              <a:rPr lang="ko-KR" altLang="en-US" smtClean="0"/>
              <a:t>2025-11-04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665D372-6590-C999-EA7D-C9985C818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EE30ED6-5FB0-B5CE-F316-88556E861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35969-5AFF-433D-8C11-EC33A3D906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33125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2C5CBB-AD39-14F0-FCF8-620D75460B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6F40716-B376-732E-B2DA-EBECFD18A8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25F51AB-B047-B32D-3E01-3525C27274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867FC-7512-428F-9714-004E33894BE8}" type="datetimeFigureOut">
              <a:rPr lang="ko-KR" altLang="en-US" smtClean="0"/>
              <a:t>2025-11-04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B52C9DB-E112-5B48-2324-5FFF3983A4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9C8818F-271B-95EC-DD0D-7AF528ECC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35969-5AFF-433D-8C11-EC33A3D906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28007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ACA494-5A95-655A-AE5F-073F3F8B4F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F4BD47F-81FD-52E1-972F-7B7E6AFD93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7A79A0E-5C5D-21C1-B287-E8E5413B28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867FC-7512-428F-9714-004E33894BE8}" type="datetimeFigureOut">
              <a:rPr lang="ko-KR" altLang="en-US" smtClean="0"/>
              <a:t>2025-11-04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B87E0DA-C84B-1459-717E-20C7102512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B07449B-846B-64FD-4159-9060288C87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35969-5AFF-433D-8C11-EC33A3D906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21713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40D186-BD64-ABE3-85D5-5C22D8AF5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115C69C-6127-2858-4E30-515CF03126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6C4EF1A-4581-8E79-2EC2-570233AE07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BFA78B0-5CD1-EDA6-CD92-69F1507C0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867FC-7512-428F-9714-004E33894BE8}" type="datetimeFigureOut">
              <a:rPr lang="ko-KR" altLang="en-US" smtClean="0"/>
              <a:t>2025-11-04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C673C2D-8189-7D55-3A16-11EA307A23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0425FE4-B906-76FA-5F6F-6B2E21154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35969-5AFF-433D-8C11-EC33A3D906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12572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4D8C19-64B5-7C0A-62AA-93F79E52DA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7932E77-4FF5-778D-4D6C-7C55D8A465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B61E8AD-7312-87DA-817C-CD9A0CF0F5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249089C-AB21-7670-D867-D19D3551BD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A9C6C65-102F-E818-FE1A-F7979CABEF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E6D016D-8A5D-06DB-4C82-7BB1CD24BB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867FC-7512-428F-9714-004E33894BE8}" type="datetimeFigureOut">
              <a:rPr lang="ko-KR" altLang="en-US" smtClean="0"/>
              <a:t>2025-11-04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D44C24C-546C-DD07-1180-C2512ADAD9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FC8A73C-9AC4-7C0A-8FBA-367F36642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35969-5AFF-433D-8C11-EC33A3D906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84598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1A1F09-890D-2978-F441-C5DC14C8B3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EFA064D-795A-D999-9FA6-8B6334081F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867FC-7512-428F-9714-004E33894BE8}" type="datetimeFigureOut">
              <a:rPr lang="ko-KR" altLang="en-US" smtClean="0"/>
              <a:t>2025-11-04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E2AE382-6F3E-353A-E95A-C81B975CB0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C6CE960-52EB-0C15-577D-7DFF694EC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35969-5AFF-433D-8C11-EC33A3D906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50637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976B877-7D63-40DC-0720-ABC850B6E5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867FC-7512-428F-9714-004E33894BE8}" type="datetimeFigureOut">
              <a:rPr lang="ko-KR" altLang="en-US" smtClean="0"/>
              <a:t>2025-11-04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41F6B5A-E7D2-47E8-DF0B-7BE27139E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21343D8-0612-85C5-F7A3-A033E8BD7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35969-5AFF-433D-8C11-EC33A3D906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5922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F6735A6-17AA-B691-8720-B06B9F3516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3C258F5-9304-CB2F-6B2B-2CA52FD692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3BC24F9-1E04-0390-4540-20DB70C9B8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7A576AF-DEC8-9E5C-76E1-CF47E218A0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867FC-7512-428F-9714-004E33894BE8}" type="datetimeFigureOut">
              <a:rPr lang="ko-KR" altLang="en-US" smtClean="0"/>
              <a:t>2025-11-04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7B67DED-7ACA-073C-AF21-E79A59E73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AACED5A-6EBF-DDB0-A4F5-4DCD06848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35969-5AFF-433D-8C11-EC33A3D906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71916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274C60-FBAE-ED57-3DE0-7201310818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A8B4D3C-8930-1F69-344D-FAE229316C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0A1243A-ADCC-0BA6-2105-C808A509E7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6683EE7-A46A-C894-F25E-73A989861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867FC-7512-428F-9714-004E33894BE8}" type="datetimeFigureOut">
              <a:rPr lang="ko-KR" altLang="en-US" smtClean="0"/>
              <a:t>2025-11-04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1D7106C-FB2B-9587-0825-DAADB1C0A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6AF3C54-F39C-ACBD-B465-33F499BF7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35969-5AFF-433D-8C11-EC33A3D906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34490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A2D46F-4034-6116-37CE-F5B9FE000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BECC487-16DB-3895-25EA-88F0E68BD0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F008111-A35E-3E00-7E44-FB6A272676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867FC-7512-428F-9714-004E33894BE8}" type="datetimeFigureOut">
              <a:rPr lang="ko-KR" altLang="en-US" smtClean="0"/>
              <a:t>2025-11-04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1051AC0-72FE-01E9-98D9-549665513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FF7D0C5-40BF-A3AB-FF3E-8D3027AA5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35969-5AFF-433D-8C11-EC33A3D906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77516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EFDE41C-7A6A-7DE2-027B-EB20292905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846B83C-2CBC-A29E-3ED2-2EA97691E0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B9B5F02-C5D3-B4AF-9F61-1AB21F6DC6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867FC-7512-428F-9714-004E33894BE8}" type="datetimeFigureOut">
              <a:rPr lang="ko-KR" altLang="en-US" smtClean="0"/>
              <a:t>2025-11-04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C5EEFD9-781F-5EC8-14D0-72B38B8CCE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890086C-60B3-036D-64E4-0EC1084E9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35969-5AFF-433D-8C11-EC33A3D906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63799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B22973C-F9AB-B74A-FA31-43D1CDB3FF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2EB83B2-69A4-8156-C283-653C81E056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C787A8C-AC60-050F-DB49-724379CBC4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9867FC-7512-428F-9714-004E33894BE8}" type="datetimeFigureOut">
              <a:rPr lang="ko-KR" altLang="en-US" smtClean="0"/>
              <a:t>2025-11-04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A9CB38B-20E8-DF0E-1E87-69226CA687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2567267-4DE4-EE9E-E0AD-CB1704C02D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D35969-5AFF-433D-8C11-EC33A3D906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6721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D5F630-4893-D7BE-673E-2C177BE7172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10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주차 실습 보고서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E86429E-F93C-088D-3DAC-0E682B9A7FC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2021010502 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왕세영</a:t>
            </a:r>
          </a:p>
        </p:txBody>
      </p:sp>
    </p:spTree>
    <p:extLst>
      <p:ext uri="{BB962C8B-B14F-4D97-AF65-F5344CB8AC3E}">
        <p14:creationId xmlns:p14="http://schemas.microsoft.com/office/powerpoint/2010/main" val="16015148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7378E5F-396A-D306-E886-990B3522B7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384061"/>
            <a:ext cx="9144000" cy="2387600"/>
          </a:xfrm>
        </p:spPr>
        <p:txBody>
          <a:bodyPr/>
          <a:lstStyle/>
          <a:p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Cylinder</a:t>
            </a:r>
            <a:endParaRPr lang="ko-KR" altLang="en-US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618978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E436B48-209D-CC84-BE87-7B19619222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00" y="211670"/>
            <a:ext cx="4156303" cy="6699002"/>
          </a:xfrm>
        </p:spPr>
        <p:txBody>
          <a:bodyPr>
            <a:normAutofit/>
          </a:bodyPr>
          <a:lstStyle/>
          <a:p>
            <a:r>
              <a:rPr lang="ko-KR" altLang="en-US" dirty="0"/>
              <a:t> 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이번 실습의 목적은 </a:t>
            </a: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2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차원 </a:t>
            </a:r>
            <a:r>
              <a:rPr lang="ko-KR" altLang="en-US" dirty="0" err="1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유동장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내에 실린더 주위에서 시간에 따라 발생하는 유동 현상을 관찰하고</a:t>
            </a: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, 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후류에서 발생하는 </a:t>
            </a:r>
            <a:r>
              <a:rPr lang="en-US" altLang="ko-KR" dirty="0" err="1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karman</a:t>
            </a: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</a:t>
            </a:r>
            <a:r>
              <a:rPr lang="en-US" altLang="ko-KR" dirty="0" err="1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voltex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의 형성을 관찰하려 한다</a:t>
            </a: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.</a:t>
            </a:r>
          </a:p>
          <a:p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주어진 실린더 </a:t>
            </a:r>
            <a:r>
              <a:rPr lang="ko-KR" altLang="en-US" dirty="0" err="1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매쉬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</a:t>
            </a: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2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개 중 </a:t>
            </a: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su2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에서 주어진 실린더 </a:t>
            </a:r>
            <a:r>
              <a:rPr lang="ko-KR" altLang="en-US" dirty="0" err="1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매쉬가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아닌 생성한 </a:t>
            </a:r>
            <a:r>
              <a:rPr lang="ko-KR" altLang="en-US" dirty="0" err="1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매쉬로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진행했다</a:t>
            </a: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.</a:t>
            </a:r>
          </a:p>
          <a:p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해석은 시간에 따른 유동의 변화를 보기 위해 진행하는 </a:t>
            </a:r>
            <a:r>
              <a:rPr lang="en-US" altLang="ko-KR" dirty="0" err="1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Max_Time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을 증가시켜 기존에 주어진 </a:t>
            </a:r>
            <a:r>
              <a:rPr lang="en-US" altLang="ko-KR" dirty="0" err="1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cfg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파일보다 더 오랜 시간동안 실린더 주위의 유동이 어떻게 변화하는지 볼 수 있었다</a:t>
            </a: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.</a:t>
            </a:r>
          </a:p>
          <a:p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해석 초기에는 실린더 전방에서 유체가 충돌하면서 정체점이 형성되고</a:t>
            </a: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, 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이 지점에서 가장 높은 압력이 발생했다</a:t>
            </a: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. 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반면</a:t>
            </a: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, 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실린더 후방에서는 유체가 분리되며 저압영역이 형성됐다</a:t>
            </a: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. 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시간이 지남에 따라 압력차이 점차 줄어들며</a:t>
            </a: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, 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후류에서 </a:t>
            </a:r>
            <a:r>
              <a:rPr lang="ko-KR" altLang="en-US" dirty="0" err="1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비대칭적인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압력 분포가 나타났다</a:t>
            </a: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.</a:t>
            </a:r>
          </a:p>
          <a:p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실린더 표면을 따라 흐르는 유체는 점성효과 인해 경계층이 형성되고</a:t>
            </a: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, 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임계점에서 유동 박리가 발생했다</a:t>
            </a: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. 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이로 인해 후류에서 </a:t>
            </a:r>
            <a:r>
              <a:rPr lang="en-US" altLang="ko-KR" dirty="0" err="1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voltex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가 생성되어 흘러가며</a:t>
            </a: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, </a:t>
            </a:r>
            <a:r>
              <a:rPr lang="en-US" altLang="ko-KR" dirty="0" err="1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karman</a:t>
            </a: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</a:t>
            </a:r>
            <a:r>
              <a:rPr lang="en-US" altLang="ko-KR" dirty="0" err="1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voltex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가 관찰되었다</a:t>
            </a:r>
            <a:r>
              <a:rPr lang="en-US" altLang="ko-KR" dirty="0"/>
              <a:t>. 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178F389-C600-D2E7-F2DD-F9D0643D9E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58998"/>
            <a:ext cx="4156303" cy="2175594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47A2AB73-D9DA-096B-0179-3803AF9457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334592"/>
            <a:ext cx="4156303" cy="2175594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0E8F97AF-248B-FCF6-CF94-ABFBDA882F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514207"/>
            <a:ext cx="4156303" cy="2184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28362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E65B44-C733-EBE6-08DC-F9B865E285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21C6DD-A2DD-639A-E889-1CAD6C35FA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384061"/>
            <a:ext cx="9144000" cy="2387600"/>
          </a:xfrm>
        </p:spPr>
        <p:txBody>
          <a:bodyPr/>
          <a:lstStyle/>
          <a:p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naca0012</a:t>
            </a:r>
            <a:endParaRPr lang="ko-KR" altLang="en-US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414346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48BB33D2-0F37-E917-3137-33C37878FED8}"/>
              </a:ext>
            </a:extLst>
          </p:cNvPr>
          <p:cNvSpPr txBox="1"/>
          <p:nvPr/>
        </p:nvSpPr>
        <p:spPr>
          <a:xfrm>
            <a:off x="6550324" y="771671"/>
            <a:ext cx="4606505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 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이번 해석은 </a:t>
            </a: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NACA 0012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에 시간에 따라 변화하는 받음각을 부여하여</a:t>
            </a: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, </a:t>
            </a:r>
            <a:r>
              <a:rPr lang="ko-KR" altLang="en-US" dirty="0" err="1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에어포일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주위의 유동 현상을 관찰하고 그에 따른 압력 분포</a:t>
            </a: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, 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속도 분포 및 와류 형성 과정을 분석한다</a:t>
            </a: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. 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이 해석을 통해 시간에 따라 유동이 어떻게 발달하고</a:t>
            </a: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, 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받음각의 변화가 유동 분리 및 와류 생성에 어떤 영향을 미치는지를 파악한다</a:t>
            </a: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. </a:t>
            </a:r>
          </a:p>
          <a:p>
            <a:endParaRPr lang="en-US" altLang="ko-KR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해석 결과</a:t>
            </a: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, </a:t>
            </a:r>
            <a:r>
              <a:rPr lang="ko-KR" altLang="en-US" dirty="0" err="1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에어포일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상부에는 저압 영역이</a:t>
            </a: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, 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하부에는 상대적으로 고압 영역이 형성되어 압력 차이에 의한 양력이 발생하는 것을 확인할 수 있었다</a:t>
            </a: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. 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시간이 지남에 따라 압력 분포가 비대칭적으로 변하며</a:t>
            </a: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, 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후류 영역에서 주기적인 유동 변화가 나타났다</a:t>
            </a: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.</a:t>
            </a:r>
          </a:p>
          <a:p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</a:t>
            </a:r>
            <a:r>
              <a:rPr lang="ko-KR" altLang="en-US" dirty="0" err="1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마하수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분포에서는 </a:t>
            </a:r>
            <a:r>
              <a:rPr lang="ko-KR" altLang="en-US" dirty="0" err="1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에어포일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상부를 따라 유동이 가속되어 고속 영역이 형성되었고</a:t>
            </a: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, 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후방으로 갈수록 속도 변동이 커지며 와류가 발생하는 현상이 확인되었다</a:t>
            </a: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. 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이는 비정상 유동 조건에서 </a:t>
            </a:r>
            <a:r>
              <a:rPr lang="ko-KR" altLang="en-US" dirty="0" err="1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에어포일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주위의 유동이 불안정하게 변하는 특성을 보여준다</a:t>
            </a: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.</a:t>
            </a:r>
            <a:endParaRPr lang="ko-KR" altLang="en-US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853A55F-505D-1685-885D-361C114DB3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030" y="820768"/>
            <a:ext cx="4973267" cy="2608232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736C46EE-62CB-1D88-581B-516F0DC4E2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030" y="3800318"/>
            <a:ext cx="4973267" cy="260366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DF60F18-EE3E-8678-CCD1-90BC0B26CE2F}"/>
              </a:ext>
            </a:extLst>
          </p:cNvPr>
          <p:cNvSpPr txBox="1"/>
          <p:nvPr/>
        </p:nvSpPr>
        <p:spPr>
          <a:xfrm>
            <a:off x="224287" y="126521"/>
            <a:ext cx="48652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naca0012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491748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112C79-3912-D098-F2E7-C3B7904D39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CF97FED7-AD90-AC37-1313-1F971D8FDAC3}"/>
              </a:ext>
            </a:extLst>
          </p:cNvPr>
          <p:cNvSpPr txBox="1"/>
          <p:nvPr/>
        </p:nvSpPr>
        <p:spPr>
          <a:xfrm>
            <a:off x="6975894" y="126521"/>
            <a:ext cx="4606505" cy="70173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 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본 해석은 직접 생성한 </a:t>
            </a: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NACA0012 </a:t>
            </a:r>
            <a:r>
              <a:rPr lang="ko-KR" altLang="en-US" dirty="0" err="1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에어포일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메시를 이용하여</a:t>
            </a: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, 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시간에 따라 변하는 받음각에 따른 주위 유동의 변화를 관찰하기 위해 수행하였다</a:t>
            </a: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.</a:t>
            </a:r>
            <a:b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</a:b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초기 설정에서는 받음각이 변화하더라도 유동의 뚜렷한 변화가 나타나지 않았으나</a:t>
            </a: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, </a:t>
            </a:r>
            <a:r>
              <a:rPr lang="en-US" altLang="ko-KR" b="1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Aeroelastic</a:t>
            </a:r>
            <a:r>
              <a:rPr lang="ko-KR" altLang="en-US" b="1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조건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을 추가한 이후에는 비정상 유동의 변화를 확인할 수 있었다</a:t>
            </a: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.</a:t>
            </a:r>
          </a:p>
          <a:p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</a:t>
            </a:r>
            <a:endParaRPr lang="en-US" altLang="ko-KR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해석 결과</a:t>
            </a: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, </a:t>
            </a:r>
            <a:r>
              <a:rPr lang="ko-KR" altLang="en-US" dirty="0" err="1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에어포일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주위에서 압력 분포와 속도 분포가 시간에 따라 변동하는 양상이 나타났으며</a:t>
            </a: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, 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특히 후류 영역에서 유동의 교란 및 와류 형성이 관찰되었다</a:t>
            </a: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.</a:t>
            </a:r>
            <a:b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</a:b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이러한 현상은 </a:t>
            </a:r>
            <a:r>
              <a:rPr lang="ko-KR" altLang="en-US" dirty="0" err="1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받음각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변화에 따른 전형적인 형태로</a:t>
            </a: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, 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시간에 따른 압력 변화와 속도 분포의 불안정성을 반영한다</a:t>
            </a: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.</a:t>
            </a:r>
          </a:p>
          <a:p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다만</a:t>
            </a: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, 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생성된 메시의 품질 한계로 인해 유동의 변화가 다소 불규칙하게 나타났으며</a:t>
            </a: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, 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경계층과 후류의 형태가 완전히 매끄럽지 못한 부분이 존재하였다</a:t>
            </a: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.</a:t>
            </a:r>
            <a:b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</a:b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이는 메시의 해상도와 형상 품질의 영향을 받은 것으로</a:t>
            </a: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, 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보다 정밀한 유동 패턴을 얻기 위해서는 </a:t>
            </a:r>
            <a:r>
              <a:rPr lang="ko-KR" altLang="en-US" b="1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격자 품질 향상 및 재생성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이 필요함을 확인할 수 있었다</a:t>
            </a: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.</a:t>
            </a:r>
          </a:p>
          <a:p>
            <a:endParaRPr lang="ko-KR" altLang="en-US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D425CB0-D65A-D5D8-8261-9323CF9204A7}"/>
              </a:ext>
            </a:extLst>
          </p:cNvPr>
          <p:cNvSpPr txBox="1"/>
          <p:nvPr/>
        </p:nvSpPr>
        <p:spPr>
          <a:xfrm>
            <a:off x="224287" y="126521"/>
            <a:ext cx="48652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Generated_naca0012</a:t>
            </a:r>
            <a:endParaRPr lang="ko-KR" altLang="en-US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82DBEC3-2D43-1F9F-4DDB-40525945DA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628942"/>
            <a:ext cx="3048000" cy="1901675"/>
          </a:xfrm>
          <a:prstGeom prst="rect">
            <a:avLst/>
          </a:prstGeom>
        </p:spPr>
      </p:pic>
      <p:pic>
        <p:nvPicPr>
          <p:cNvPr id="5" name="그림 4" descr="텍스트, 스크린샷, 소프트웨어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100596F-2628-15E6-69E7-E9670FC21E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3985" y="628942"/>
            <a:ext cx="3547260" cy="1901675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E2395648-F5D8-0194-9E28-8D5D952C5C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" y="2944463"/>
            <a:ext cx="3048000" cy="1698204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7B440CF3-50C5-48E4-82D9-74EE58BA6D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73985" y="2944463"/>
            <a:ext cx="3547260" cy="1698204"/>
          </a:xfrm>
          <a:prstGeom prst="rect">
            <a:avLst/>
          </a:prstGeom>
        </p:spPr>
      </p:pic>
      <p:pic>
        <p:nvPicPr>
          <p:cNvPr id="17" name="그림 16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69A3808-4DF2-3281-85FF-DEBAB1B776F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671681"/>
            <a:ext cx="2236067" cy="2186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52522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2438</TotalTime>
  <Words>417</Words>
  <Application>Microsoft Office PowerPoint</Application>
  <PresentationFormat>와이드스크린</PresentationFormat>
  <Paragraphs>19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0" baseType="lpstr">
      <vt:lpstr>나눔스퀘어 네오 Bold</vt:lpstr>
      <vt:lpstr>맑은 고딕</vt:lpstr>
      <vt:lpstr>Arial</vt:lpstr>
      <vt:lpstr>Office 테마</vt:lpstr>
      <vt:lpstr>10주차 실습 보고서</vt:lpstr>
      <vt:lpstr>Cylinder</vt:lpstr>
      <vt:lpstr>PowerPoint 프레젠테이션</vt:lpstr>
      <vt:lpstr>naca0012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세영 왕</dc:creator>
  <cp:lastModifiedBy>세영 왕</cp:lastModifiedBy>
  <cp:revision>2</cp:revision>
  <dcterms:created xsi:type="dcterms:W3CDTF">2025-09-25T04:28:41Z</dcterms:created>
  <dcterms:modified xsi:type="dcterms:W3CDTF">2025-11-05T18:10:16Z</dcterms:modified>
</cp:coreProperties>
</file>