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4" r:id="rId5"/>
    <p:sldId id="258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A4D789-788B-4BE7-843E-470BD3F6A62B}" v="11" dt="2025-11-05T18:07:32.5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>
        <p:scale>
          <a:sx n="83" d="100"/>
          <a:sy n="83" d="100"/>
        </p:scale>
        <p:origin x="390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7B2A49-4194-DEC1-A0E9-C196892F3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37B035C-2D3C-DF40-F216-DC01F841AE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B91EA6-6EAC-DDE6-A9C5-F1E52F65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65D372-6590-C999-EA7D-C9985C818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EE30ED6-5FB0-B5CE-F316-88556E86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312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2C5CBB-AD39-14F0-FCF8-620D75460B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F40716-B376-732E-B2DA-EBECFD18A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5F51AB-B047-B32D-3E01-3525C2727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52C9DB-E112-5B48-2324-5FFF3983A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C8818F-271B-95EC-DD0D-7AF528ECC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2800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ACA494-5A95-655A-AE5F-073F3F8B4F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4BD47F-81FD-52E1-972F-7B7E6AFD93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A79A0E-5C5D-21C1-B287-E8E5413B2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B87E0DA-C84B-1459-717E-20C710251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07449B-846B-64FD-4159-9060288C8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2171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40D186-BD64-ABE3-85D5-5C22D8AF5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15C69C-6127-2858-4E30-515CF03126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6C4EF1A-4581-8E79-2EC2-570233AE0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BFA78B0-5CD1-EDA6-CD92-69F1507C0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C673C2D-8189-7D55-3A16-11EA307A2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425FE4-B906-76FA-5F6F-6B2E2115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12572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D8C19-64B5-7C0A-62AA-93F79E52D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7932E77-4FF5-778D-4D6C-7C55D8A46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B61E8AD-7312-87DA-817C-CD9A0CF0F5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249089C-AB21-7670-D867-D19D3551BD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A9C6C65-102F-E818-FE1A-F7979CABEF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E6D016D-8A5D-06DB-4C82-7BB1CD24B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44C24C-546C-DD07-1180-C2512ADAD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FC8A73C-9AC4-7C0A-8FBA-367F36642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8459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1A1F09-890D-2978-F441-C5DC14C8B3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EFA064D-795A-D999-9FA6-8B6334081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2AE382-6F3E-353A-E95A-C81B975CB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6CE960-52EB-0C15-577D-7DFF694EC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063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976B877-7D63-40DC-0720-ABC850B6E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1F6B5A-E7D2-47E8-DF0B-7BE27139E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1343D8-0612-85C5-F7A3-A033E8BD7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592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6735A6-17AA-B691-8720-B06B9F351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C258F5-9304-CB2F-6B2B-2CA52FD69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BC24F9-1E04-0390-4540-20DB70C9B8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7A576AF-DEC8-9E5C-76E1-CF47E218A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7B67DED-7ACA-073C-AF21-E79A59E73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ACED5A-6EBF-DDB0-A4F5-4DCD0684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7191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274C60-FBAE-ED57-3DE0-720131081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A8B4D3C-8930-1F69-344D-FAE229316C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0A1243A-ADCC-0BA6-2105-C808A509E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683EE7-A46A-C894-F25E-73A989861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D7106C-FB2B-9587-0825-DAADB1C0A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AF3C54-F39C-ACBD-B465-33F499BF7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4490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A2D46F-4034-6116-37CE-F5B9FE000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BECC487-16DB-3895-25EA-88F0E68BD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008111-A35E-3E00-7E44-FB6A27267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051AC0-72FE-01E9-98D9-549665513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F7D0C5-40BF-A3AB-FF3E-8D3027AA5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7751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EFDE41C-7A6A-7DE2-027B-EB20292905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46B83C-2CBC-A29E-3ED2-2EA97691E0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9B5F02-C5D3-B4AF-9F61-1AB21F6DC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867FC-7512-428F-9714-004E33894BE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5EEFD9-781F-5EC8-14D0-72B38B8CC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90086C-60B3-036D-64E4-0EC1084E9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379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B22973C-F9AB-B74A-FA31-43D1CDB3FF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2EB83B2-69A4-8156-C283-653C81E056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C787A8C-AC60-050F-DB49-724379CBC4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867FC-7512-428F-9714-004E33894BE8}" type="datetimeFigureOut">
              <a:rPr lang="ko-KR" altLang="en-US" smtClean="0"/>
              <a:t>2025-11-12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9CB38B-20E8-DF0E-1E87-69226CA687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567267-4DE4-EE9E-E0AD-CB1704C02D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D35969-5AFF-433D-8C11-EC33A3D906B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7219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D5F630-4893-D7BE-673E-2C177BE717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11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주차 실습 보고서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86429E-F93C-088D-3DAC-0E682B9A7F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2021010502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왕세영</a:t>
            </a:r>
          </a:p>
        </p:txBody>
      </p:sp>
    </p:spTree>
    <p:extLst>
      <p:ext uri="{BB962C8B-B14F-4D97-AF65-F5344CB8AC3E}">
        <p14:creationId xmlns:p14="http://schemas.microsoft.com/office/powerpoint/2010/main" val="1601514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378E5F-396A-D306-E886-990B3522B7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4061"/>
            <a:ext cx="9144000" cy="2387600"/>
          </a:xfrm>
        </p:spPr>
        <p:txBody>
          <a:bodyPr/>
          <a:lstStyle/>
          <a:p>
            <a:r>
              <a:rPr lang="en-US" altLang="ko-KR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Pitching_Plunging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618978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E436B48-209D-CC84-BE87-7B19619222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00" y="0"/>
            <a:ext cx="6096000" cy="6910672"/>
          </a:xfrm>
        </p:spPr>
        <p:txBody>
          <a:bodyPr>
            <a:normAutofit/>
          </a:bodyPr>
          <a:lstStyle/>
          <a:p>
            <a:r>
              <a:rPr lang="ko-KR" altLang="en-US" dirty="0"/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이번 실습의 목적은 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2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차원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유동장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내에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에어포일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주위에서 시간에 따라 발생하는 유동 현상을 관찰 하려한다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해석은 시간에 따른 유동의 변화를 보기 위해 진행하는 </a:t>
            </a:r>
            <a:r>
              <a:rPr lang="en-US" altLang="ko-KR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Max_Time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을 증가시켜 기존에 주어진 </a:t>
            </a:r>
            <a:r>
              <a:rPr lang="en-US" altLang="ko-KR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cfg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파일보다 더 오랜 시간동안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에어포일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주위의 유동이 </a:t>
            </a:r>
            <a:r>
              <a:rPr lang="en-US" altLang="ko-KR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Pitching%Plunging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운동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시에어떻게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변화하는지 볼 수 있었다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플런징과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피칭 운동이 동시에 작용하면서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Leading Edge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에서 간헐적으로 전단층이 박리되어 회전하는 와류가 발생하였다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b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와류의 형성과 탈락이 반복되면서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익형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주위의 압력 분포가 지속적으로 변동하였고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이로 인해 </a:t>
            </a:r>
            <a:r>
              <a:rPr lang="ko-KR" altLang="en-US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양력과 모멘트가 진동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하는 형태를 보였다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특히 피칭 각도가 커지는 구간에서는 상단의 유동이 박리되며 </a:t>
            </a:r>
            <a:r>
              <a:rPr lang="ko-KR" altLang="en-US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일시적인 실속 상태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가 나타났으며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플런징에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의해 유입 유동이 형성되면서 다시 안정화되는 과정을 반복하였다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압력 분포 결과에서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익형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전방 상면은 지속적으로 저압 영역을 형성하였으며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하방에서는 상대적으로 높은 압력이 나타났다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b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</a:b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 압력 차이가 순간적인 양력을 발생시키며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특히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플런지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상향 구간에서 저압 영역이 가장 강하게 형성되었다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마하수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분포를 통해서는 상단의 유동이 가속되어 </a:t>
            </a:r>
            <a:r>
              <a:rPr lang="ko-KR" altLang="en-US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속도 크기가 증가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하는 현상을 확인할 수 있었다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익형이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위로 움직이거나 피칭 각도가 증가할 때 상면의 마하수가 상승하였으며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이는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흡입면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가속과 와류 형성의 직접적인 원인이 된다</a:t>
            </a:r>
            <a:r>
              <a:rPr lang="en-US" altLang="ko-KR" dirty="0"/>
              <a:t>.</a:t>
            </a:r>
          </a:p>
        </p:txBody>
      </p:sp>
      <p:pic>
        <p:nvPicPr>
          <p:cNvPr id="3" name="그림 2" descr="텍스트, 스크린샷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80428D-3C97-3DE9-E2D8-394F0A1D39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6096000" cy="2110595"/>
          </a:xfrm>
          <a:prstGeom prst="rect">
            <a:avLst/>
          </a:prstGeom>
        </p:spPr>
      </p:pic>
      <p:pic>
        <p:nvPicPr>
          <p:cNvPr id="7" name="그림 6" descr="텍스트, 스크린샷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C380B81-5906-D61C-5C91-E592782380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10596"/>
            <a:ext cx="6096000" cy="2323380"/>
          </a:xfrm>
          <a:prstGeom prst="rect">
            <a:avLst/>
          </a:prstGeom>
        </p:spPr>
      </p:pic>
      <p:pic>
        <p:nvPicPr>
          <p:cNvPr id="11" name="그림 10" descr="텍스트, 소프트웨어, 스크린샷, 멀티미디어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003ED8-51C9-FBCB-E5A0-835853DDD5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433976"/>
            <a:ext cx="6095999" cy="242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836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65B44-C733-EBE6-08DC-F9B865E28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21C6DD-A2DD-639A-E889-1CAD6C35FA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84061"/>
            <a:ext cx="9144000" cy="2387600"/>
          </a:xfrm>
        </p:spPr>
        <p:txBody>
          <a:bodyPr/>
          <a:lstStyle/>
          <a:p>
            <a:r>
              <a:rPr lang="en-US" altLang="ko-KR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Caradonna_tung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41434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48BB33D2-0F37-E917-3137-33C37878FED8}"/>
              </a:ext>
            </a:extLst>
          </p:cNvPr>
          <p:cNvSpPr txBox="1"/>
          <p:nvPr/>
        </p:nvSpPr>
        <p:spPr>
          <a:xfrm>
            <a:off x="6042375" y="0"/>
            <a:ext cx="614962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이번 실습의 목적은 회전하는 </a:t>
            </a:r>
            <a:r>
              <a:rPr lang="ko-KR" altLang="en-US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로터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블레이드 주변의 </a:t>
            </a:r>
            <a:r>
              <a:rPr lang="en-US" altLang="ko-KR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3</a:t>
            </a:r>
            <a:r>
              <a:rPr lang="ko-KR" altLang="en-US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차원 유동 특성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을 파악하고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압력 분포와 </a:t>
            </a:r>
            <a:r>
              <a:rPr lang="ko-KR" altLang="en-US" b="1" dirty="0" err="1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속도장</a:t>
            </a:r>
            <a:r>
              <a:rPr lang="ko-KR" altLang="en-US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구조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를 관찰한다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dirty="0"/>
              <a:t>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블레이드 상면에서는 회전에 따른 유속 증가로 인해 </a:t>
            </a:r>
            <a:r>
              <a:rPr lang="ko-KR" altLang="en-US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저압 영역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 형성되었고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하면에서는 상대적으로 높은 압력이 나타나 </a:t>
            </a:r>
            <a:r>
              <a:rPr lang="ko-KR" altLang="en-US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양력 생성의 원인으로 보인다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특히 블레이드 팁에서 압력이 크게 나타나며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이는 </a:t>
            </a:r>
            <a:r>
              <a:rPr lang="en-US" altLang="ko-KR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tip vortex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형성의 시작점으로 작용한다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</a:p>
          <a:p>
            <a:endParaRPr lang="en-US" altLang="ko-KR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  <a:p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 파란색으로 표현된 영역은 상대적으로 </a:t>
            </a:r>
            <a:r>
              <a:rPr lang="ko-KR" altLang="en-US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저속 유동 구간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을 의미하며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,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블레이드 후방 및 팁 주변에서 형성된 </a:t>
            </a:r>
            <a:r>
              <a:rPr lang="ko-KR" altLang="en-US" b="1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감속 유동 및 와류 구조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를 확인할 수 있다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 </a:t>
            </a:r>
            <a:r>
              <a:rPr lang="ko-KR" altLang="en-US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투명도를 적용하여 블레이드 내부 가속 흐름이 드러났다</a:t>
            </a:r>
            <a:r>
              <a:rPr lang="en-US" altLang="ko-KR" dirty="0">
                <a:latin typeface="나눔스퀘어 네오 Bold" panose="00000800000000000000" pitchFamily="2" charset="-127"/>
                <a:ea typeface="나눔스퀘어 네오 Bold" panose="00000800000000000000" pitchFamily="2" charset="-127"/>
              </a:rPr>
              <a:t>.</a:t>
            </a:r>
            <a:endParaRPr lang="ko-KR" altLang="en-US" dirty="0">
              <a:latin typeface="나눔스퀘어 네오 Bold" panose="00000800000000000000" pitchFamily="2" charset="-127"/>
              <a:ea typeface="나눔스퀘어 네오 Bold" panose="00000800000000000000" pitchFamily="2" charset="-127"/>
            </a:endParaRPr>
          </a:p>
        </p:txBody>
      </p:sp>
      <p:pic>
        <p:nvPicPr>
          <p:cNvPr id="3" name="그림 2" descr="스크린샷, 텍스트, 멀티미디어 소프트웨어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1FFAF41-5F7D-E29E-20B7-8D4058C617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042375" cy="3429000"/>
          </a:xfrm>
          <a:prstGeom prst="rect">
            <a:avLst/>
          </a:prstGeom>
        </p:spPr>
      </p:pic>
      <p:pic>
        <p:nvPicPr>
          <p:cNvPr id="5" name="그림 4" descr="텍스트, 스크린샷, 멀티미디어 소프트웨어, 그래픽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BD8E39E-F429-4A35-0A64-7A00FA1BA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457" y="3429000"/>
            <a:ext cx="606183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91748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2617</TotalTime>
  <Words>284</Words>
  <Application>Microsoft Office PowerPoint</Application>
  <PresentationFormat>와이드스크린</PresentationFormat>
  <Paragraphs>14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나눔스퀘어 네오 Bold</vt:lpstr>
      <vt:lpstr>맑은 고딕</vt:lpstr>
      <vt:lpstr>Arial</vt:lpstr>
      <vt:lpstr>Office 테마</vt:lpstr>
      <vt:lpstr>11주차 실습 보고서</vt:lpstr>
      <vt:lpstr>Pitching_Plunging</vt:lpstr>
      <vt:lpstr>PowerPoint 프레젠테이션</vt:lpstr>
      <vt:lpstr>Caradonna_tung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세영 왕</dc:creator>
  <cp:lastModifiedBy>세영 왕</cp:lastModifiedBy>
  <cp:revision>3</cp:revision>
  <dcterms:created xsi:type="dcterms:W3CDTF">2025-09-25T04:28:41Z</dcterms:created>
  <dcterms:modified xsi:type="dcterms:W3CDTF">2025-11-12T13:07:59Z</dcterms:modified>
</cp:coreProperties>
</file>